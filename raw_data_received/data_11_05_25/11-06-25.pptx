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93" autoAdjust="0"/>
    <p:restoredTop sz="94660"/>
  </p:normalViewPr>
  <p:slideViewPr>
    <p:cSldViewPr snapToGrid="0">
      <p:cViewPr varScale="1">
        <p:scale>
          <a:sx n="91" d="100"/>
          <a:sy n="91" d="100"/>
        </p:scale>
        <p:origin x="68" y="4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7921F4-1CE1-DD31-3F00-E6E42E6419F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5DF675B-695C-4F64-4D3D-67080FD4C67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altLang="zh-CN"/>
              <a:t>Click to edit Master subtitle style</a:t>
            </a:r>
            <a:endParaRPr lang="zh-CN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52A089-D5AD-F2F7-768C-F12D2D7352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A50521-6FED-4D15-88B3-BB18837848F1}" type="datetimeFigureOut">
              <a:rPr lang="zh-CN" altLang="en-US" smtClean="0"/>
              <a:t>2025/11/6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CD4E60-21CE-3233-2F22-1AB55E1C3A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F2AFD9-FE23-5AD6-81A5-4135FA4F76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67394F-DD16-4916-8F2E-F19F32CF77A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002821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4BCE9D-A939-7206-61D5-A6D8738F45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1CC18A-53CB-4AC0-49B8-4475F47EBA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F01B89-E4C5-5C45-E044-9160127338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A50521-6FED-4D15-88B3-BB18837848F1}" type="datetimeFigureOut">
              <a:rPr lang="zh-CN" altLang="en-US" smtClean="0"/>
              <a:t>2025/11/6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BBEDDC-1E1B-39EA-485C-0D03DCBB51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6F6CBA-FA0B-BC24-3A69-A7E8F5E9B7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67394F-DD16-4916-8F2E-F19F32CF77A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036862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9A63E5-F8D8-05B3-7D9E-17FBC060B6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B62273E-07EE-3DC3-064B-D1AC6222CF6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C8B552-F57E-8219-2509-1C635A2F1E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A50521-6FED-4D15-88B3-BB18837848F1}" type="datetimeFigureOut">
              <a:rPr lang="zh-CN" altLang="en-US" smtClean="0"/>
              <a:t>2025/11/6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5B75E8-D44E-1132-44EA-199491AF0B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4D8E7C-DBD2-4EAF-0E33-EFAA52C7F2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67394F-DD16-4916-8F2E-F19F32CF77A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523506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6964EE-59E0-B62E-D3BD-40445A4648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807303-100D-E95C-BFA7-35C582A2C72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D5DB206-7155-9429-25CA-45BFBF406E1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B458373-8F0B-EF42-18D3-DC18D61E12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A50521-6FED-4D15-88B3-BB18837848F1}" type="datetimeFigureOut">
              <a:rPr lang="zh-CN" altLang="en-US" smtClean="0"/>
              <a:t>2025/11/6</a:t>
            </a:fld>
            <a:endParaRPr lang="zh-CN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83D8935-5EDE-A8AE-7E1A-3304960A6E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C805A0A-1ED6-07AB-E3B2-459AC76D27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67394F-DD16-4916-8F2E-F19F32CF77A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218119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A06F3C-E55F-C716-1593-A7B955BC43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80FB9D1-9C76-40F6-B2DA-BAF9F2EEF5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F1B3D36-032E-0E3F-29E5-5E0A7C61956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B3E2754-09F1-B61B-31AC-3F22FD2A656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300A10B-E626-F5B5-5745-BF57011424F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6455913-7A78-3AF1-0120-A74D46E239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A50521-6FED-4D15-88B3-BB18837848F1}" type="datetimeFigureOut">
              <a:rPr lang="zh-CN" altLang="en-US" smtClean="0"/>
              <a:t>2025/11/6</a:t>
            </a:fld>
            <a:endParaRPr lang="zh-CN" alt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36D2975-38A4-8452-E223-5C58A311FE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4BD3189-3691-26C1-A521-F950000C81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67394F-DD16-4916-8F2E-F19F32CF77A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688105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BE48D9-A3E8-A4DC-F580-84719398BA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CFF227C-8CCD-8F23-FFF5-C89509ADA4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A50521-6FED-4D15-88B3-BB18837848F1}" type="datetimeFigureOut">
              <a:rPr lang="zh-CN" altLang="en-US" smtClean="0"/>
              <a:t>2025/11/6</a:t>
            </a:fld>
            <a:endParaRPr lang="zh-CN" alt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C4EB845-9064-D065-F09F-E37D6501D3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E6AC66C-0345-E43B-1E40-6C5E156E59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67394F-DD16-4916-8F2E-F19F32CF77A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019897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9FD0A2D-757F-DE37-1446-F527546B67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A50521-6FED-4D15-88B3-BB18837848F1}" type="datetimeFigureOut">
              <a:rPr lang="zh-CN" altLang="en-US" smtClean="0"/>
              <a:t>2025/11/6</a:t>
            </a:fld>
            <a:endParaRPr lang="zh-CN" alt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B1F5903-C5DD-5761-F978-771CBFA9B5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7445F11-1925-5CE8-BA39-F505417D0C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67394F-DD16-4916-8F2E-F19F32CF77A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450243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8F4007-1B3B-934D-73BD-7886CC1D19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F2134D-278E-D02D-0EAC-2749B24188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35FEBE0-74DB-BDF8-878F-AF43E2F119D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5D37128-3354-EA1D-65C8-980C7E0E63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A50521-6FED-4D15-88B3-BB18837848F1}" type="datetimeFigureOut">
              <a:rPr lang="zh-CN" altLang="en-US" smtClean="0"/>
              <a:t>2025/11/6</a:t>
            </a:fld>
            <a:endParaRPr lang="zh-CN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2166130-8FE2-6A6C-CC04-263B52EAEB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3C979EC-4C45-D1F1-939F-057572AF7F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67394F-DD16-4916-8F2E-F19F32CF77A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418527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2F3CBD-013A-A242-FBF8-89325FF56D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464A494-832C-EE29-5B8D-563819842E1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A65688B-393F-B505-8C1E-A820E90A823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8A4DA42-C8C2-0CB7-E218-C3C6E91BCF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A50521-6FED-4D15-88B3-BB18837848F1}" type="datetimeFigureOut">
              <a:rPr lang="zh-CN" altLang="en-US" smtClean="0"/>
              <a:t>2025/11/6</a:t>
            </a:fld>
            <a:endParaRPr lang="zh-CN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AE6D043-686C-5991-A2DF-F1E97E4629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7025EE1-87AE-FF93-FEF9-133968384D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67394F-DD16-4916-8F2E-F19F32CF77A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81281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9B5C88-3141-A023-CF37-4466787BD9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1E69421-4EE8-F40E-5F70-8F2741E16D0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1CC7BD-4F6C-DD02-2EEA-D0D067AAF5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A50521-6FED-4D15-88B3-BB18837848F1}" type="datetimeFigureOut">
              <a:rPr lang="zh-CN" altLang="en-US" smtClean="0"/>
              <a:t>2025/11/6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8A6017-8885-E29B-FD02-6D6007E870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B8054D-89EA-1451-CD3D-06CFFD96A6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67394F-DD16-4916-8F2E-F19F32CF77A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569120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4631611-E48C-476B-19B8-06BE2F8D0D1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35127E7-183B-F806-75E4-0CEEE1ED2C5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C018C6-B12E-0117-E5C7-8A10EC672C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A50521-6FED-4D15-88B3-BB18837848F1}" type="datetimeFigureOut">
              <a:rPr lang="zh-CN" altLang="en-US" smtClean="0"/>
              <a:t>2025/11/6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AEA76E-55BA-2F1E-792A-7F670520CD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4073E1-0DAC-059E-670A-3EFE37C05C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67394F-DD16-4916-8F2E-F19F32CF77A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573704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A355AD6-7C29-D80F-F667-BFF20A80B0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3400DA9-8192-0A4A-1B39-1D881AF6C58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238597-4F8C-5977-CC8F-50749774D4F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8A50521-6FED-4D15-88B3-BB18837848F1}" type="datetimeFigureOut">
              <a:rPr lang="zh-CN" altLang="en-US" smtClean="0"/>
              <a:t>2025/11/6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981224-B220-163A-63A0-09AD0AFE1F4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3794E9-052B-4652-DB8C-B88F072588B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367394F-DD16-4916-8F2E-F19F32CF77A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932139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AD8EBA2E-1F46-096D-9F89-D60BDEEEFC5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694" y="1442351"/>
            <a:ext cx="12118612" cy="24106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826682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等线</vt:lpstr>
      <vt:lpstr>等线 Light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yiyan yu</dc:creator>
  <cp:lastModifiedBy>yiyan yu</cp:lastModifiedBy>
  <cp:revision>1</cp:revision>
  <dcterms:created xsi:type="dcterms:W3CDTF">2025-11-06T15:56:39Z</dcterms:created>
  <dcterms:modified xsi:type="dcterms:W3CDTF">2025-11-06T15:56:39Z</dcterms:modified>
</cp:coreProperties>
</file>