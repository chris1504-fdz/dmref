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678" r:id="rId2"/>
    <p:sldId id="258" r:id="rId3"/>
    <p:sldId id="669" r:id="rId4"/>
    <p:sldId id="257" r:id="rId5"/>
    <p:sldId id="677" r:id="rId6"/>
    <p:sldId id="679"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2" d="100"/>
          <a:sy n="102" d="100"/>
        </p:scale>
        <p:origin x="108" y="1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D359A-05A2-CAF1-23F5-1F07F82F5C0A}"/>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E3E14291-A9BB-C855-4B6F-F51749C7E8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C8E3BD8D-AD7A-8C1D-B4CC-BAAA874CF749}"/>
              </a:ext>
            </a:extLst>
          </p:cNvPr>
          <p:cNvSpPr>
            <a:spLocks noGrp="1"/>
          </p:cNvSpPr>
          <p:nvPr>
            <p:ph type="dt" sz="half" idx="10"/>
          </p:nvPr>
        </p:nvSpPr>
        <p:spPr/>
        <p:txBody>
          <a:bodyPr/>
          <a:lstStyle/>
          <a:p>
            <a:fld id="{CA11D11A-9E5F-4E81-AB52-D800B1672836}" type="datetimeFigureOut">
              <a:rPr lang="zh-CN" altLang="en-US" smtClean="0"/>
              <a:t>2026/2/6</a:t>
            </a:fld>
            <a:endParaRPr lang="zh-CN" altLang="en-US"/>
          </a:p>
        </p:txBody>
      </p:sp>
      <p:sp>
        <p:nvSpPr>
          <p:cNvPr id="5" name="Footer Placeholder 4">
            <a:extLst>
              <a:ext uri="{FF2B5EF4-FFF2-40B4-BE49-F238E27FC236}">
                <a16:creationId xmlns:a16="http://schemas.microsoft.com/office/drawing/2014/main" id="{8E38F3D0-872D-A37E-0EA1-7C18452F07D2}"/>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B3D92713-0341-FBD1-F993-B532E2DC73FA}"/>
              </a:ext>
            </a:extLst>
          </p:cNvPr>
          <p:cNvSpPr>
            <a:spLocks noGrp="1"/>
          </p:cNvSpPr>
          <p:nvPr>
            <p:ph type="sldNum" sz="quarter" idx="12"/>
          </p:nvPr>
        </p:nvSpPr>
        <p:spPr/>
        <p:txBody>
          <a:bodyPr/>
          <a:lstStyle/>
          <a:p>
            <a:fld id="{5C3D27C1-75CF-49FA-9F5D-1A4E42F95160}" type="slidenum">
              <a:rPr lang="zh-CN" altLang="en-US" smtClean="0"/>
              <a:t>‹#›</a:t>
            </a:fld>
            <a:endParaRPr lang="zh-CN" altLang="en-US"/>
          </a:p>
        </p:txBody>
      </p:sp>
    </p:spTree>
    <p:extLst>
      <p:ext uri="{BB962C8B-B14F-4D97-AF65-F5344CB8AC3E}">
        <p14:creationId xmlns:p14="http://schemas.microsoft.com/office/powerpoint/2010/main" val="2784660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3A24C-63A5-EC63-F1AE-AAE79A43F777}"/>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7E65B1CF-CDD8-86AD-4063-9312C1B490A3}"/>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50153D70-7726-BBDB-29F0-644039A88D2E}"/>
              </a:ext>
            </a:extLst>
          </p:cNvPr>
          <p:cNvSpPr>
            <a:spLocks noGrp="1"/>
          </p:cNvSpPr>
          <p:nvPr>
            <p:ph type="dt" sz="half" idx="10"/>
          </p:nvPr>
        </p:nvSpPr>
        <p:spPr/>
        <p:txBody>
          <a:bodyPr/>
          <a:lstStyle/>
          <a:p>
            <a:fld id="{CA11D11A-9E5F-4E81-AB52-D800B1672836}" type="datetimeFigureOut">
              <a:rPr lang="zh-CN" altLang="en-US" smtClean="0"/>
              <a:t>2026/2/6</a:t>
            </a:fld>
            <a:endParaRPr lang="zh-CN" altLang="en-US"/>
          </a:p>
        </p:txBody>
      </p:sp>
      <p:sp>
        <p:nvSpPr>
          <p:cNvPr id="5" name="Footer Placeholder 4">
            <a:extLst>
              <a:ext uri="{FF2B5EF4-FFF2-40B4-BE49-F238E27FC236}">
                <a16:creationId xmlns:a16="http://schemas.microsoft.com/office/drawing/2014/main" id="{D99FACE7-35F5-0FDE-14F6-6F5437C94578}"/>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E66A7414-CA89-F424-64D1-FD156BA2BD61}"/>
              </a:ext>
            </a:extLst>
          </p:cNvPr>
          <p:cNvSpPr>
            <a:spLocks noGrp="1"/>
          </p:cNvSpPr>
          <p:nvPr>
            <p:ph type="sldNum" sz="quarter" idx="12"/>
          </p:nvPr>
        </p:nvSpPr>
        <p:spPr/>
        <p:txBody>
          <a:bodyPr/>
          <a:lstStyle/>
          <a:p>
            <a:fld id="{5C3D27C1-75CF-49FA-9F5D-1A4E42F95160}" type="slidenum">
              <a:rPr lang="zh-CN" altLang="en-US" smtClean="0"/>
              <a:t>‹#›</a:t>
            </a:fld>
            <a:endParaRPr lang="zh-CN" altLang="en-US"/>
          </a:p>
        </p:txBody>
      </p:sp>
    </p:spTree>
    <p:extLst>
      <p:ext uri="{BB962C8B-B14F-4D97-AF65-F5344CB8AC3E}">
        <p14:creationId xmlns:p14="http://schemas.microsoft.com/office/powerpoint/2010/main" val="164870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F6988-6DA6-835F-FAA8-842CF5A6D62D}"/>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C0FEB36D-EC04-2181-8A0D-E55C0DC16F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B813D7AB-17CE-49F5-B37C-B2F49309E1A6}"/>
              </a:ext>
            </a:extLst>
          </p:cNvPr>
          <p:cNvSpPr>
            <a:spLocks noGrp="1"/>
          </p:cNvSpPr>
          <p:nvPr>
            <p:ph type="dt" sz="half" idx="10"/>
          </p:nvPr>
        </p:nvSpPr>
        <p:spPr/>
        <p:txBody>
          <a:bodyPr/>
          <a:lstStyle/>
          <a:p>
            <a:fld id="{CA11D11A-9E5F-4E81-AB52-D800B1672836}" type="datetimeFigureOut">
              <a:rPr lang="zh-CN" altLang="en-US" smtClean="0"/>
              <a:t>2026/2/6</a:t>
            </a:fld>
            <a:endParaRPr lang="zh-CN" altLang="en-US"/>
          </a:p>
        </p:txBody>
      </p:sp>
      <p:sp>
        <p:nvSpPr>
          <p:cNvPr id="5" name="Footer Placeholder 4">
            <a:extLst>
              <a:ext uri="{FF2B5EF4-FFF2-40B4-BE49-F238E27FC236}">
                <a16:creationId xmlns:a16="http://schemas.microsoft.com/office/drawing/2014/main" id="{AC6F5E57-BE4B-969E-6499-615F33A603D4}"/>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BB41A7F0-F755-352E-9404-5C030BDB999B}"/>
              </a:ext>
            </a:extLst>
          </p:cNvPr>
          <p:cNvSpPr>
            <a:spLocks noGrp="1"/>
          </p:cNvSpPr>
          <p:nvPr>
            <p:ph type="sldNum" sz="quarter" idx="12"/>
          </p:nvPr>
        </p:nvSpPr>
        <p:spPr/>
        <p:txBody>
          <a:bodyPr/>
          <a:lstStyle/>
          <a:p>
            <a:fld id="{5C3D27C1-75CF-49FA-9F5D-1A4E42F95160}" type="slidenum">
              <a:rPr lang="zh-CN" altLang="en-US" smtClean="0"/>
              <a:t>‹#›</a:t>
            </a:fld>
            <a:endParaRPr lang="zh-CN" altLang="en-US"/>
          </a:p>
        </p:txBody>
      </p:sp>
    </p:spTree>
    <p:extLst>
      <p:ext uri="{BB962C8B-B14F-4D97-AF65-F5344CB8AC3E}">
        <p14:creationId xmlns:p14="http://schemas.microsoft.com/office/powerpoint/2010/main" val="695156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6EB35-DEC3-0676-7F0D-FFD51448459C}"/>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97C60947-2BA1-397D-B453-97BD8F0417CC}"/>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D969B38E-7494-2687-661E-7908A278E26A}"/>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5D9634ED-2A0C-6AB7-95BC-B7F059C00EB1}"/>
              </a:ext>
            </a:extLst>
          </p:cNvPr>
          <p:cNvSpPr>
            <a:spLocks noGrp="1"/>
          </p:cNvSpPr>
          <p:nvPr>
            <p:ph type="dt" sz="half" idx="10"/>
          </p:nvPr>
        </p:nvSpPr>
        <p:spPr/>
        <p:txBody>
          <a:bodyPr/>
          <a:lstStyle/>
          <a:p>
            <a:fld id="{CA11D11A-9E5F-4E81-AB52-D800B1672836}" type="datetimeFigureOut">
              <a:rPr lang="zh-CN" altLang="en-US" smtClean="0"/>
              <a:t>2026/2/6</a:t>
            </a:fld>
            <a:endParaRPr lang="zh-CN" altLang="en-US"/>
          </a:p>
        </p:txBody>
      </p:sp>
      <p:sp>
        <p:nvSpPr>
          <p:cNvPr id="6" name="Footer Placeholder 5">
            <a:extLst>
              <a:ext uri="{FF2B5EF4-FFF2-40B4-BE49-F238E27FC236}">
                <a16:creationId xmlns:a16="http://schemas.microsoft.com/office/drawing/2014/main" id="{E882F503-8055-D970-4F29-E64CFD62CE34}"/>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13B5E895-0FF0-4F98-7767-232E16117393}"/>
              </a:ext>
            </a:extLst>
          </p:cNvPr>
          <p:cNvSpPr>
            <a:spLocks noGrp="1"/>
          </p:cNvSpPr>
          <p:nvPr>
            <p:ph type="sldNum" sz="quarter" idx="12"/>
          </p:nvPr>
        </p:nvSpPr>
        <p:spPr/>
        <p:txBody>
          <a:bodyPr/>
          <a:lstStyle/>
          <a:p>
            <a:fld id="{5C3D27C1-75CF-49FA-9F5D-1A4E42F95160}" type="slidenum">
              <a:rPr lang="zh-CN" altLang="en-US" smtClean="0"/>
              <a:t>‹#›</a:t>
            </a:fld>
            <a:endParaRPr lang="zh-CN" altLang="en-US"/>
          </a:p>
        </p:txBody>
      </p:sp>
    </p:spTree>
    <p:extLst>
      <p:ext uri="{BB962C8B-B14F-4D97-AF65-F5344CB8AC3E}">
        <p14:creationId xmlns:p14="http://schemas.microsoft.com/office/powerpoint/2010/main" val="345693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C5596-C63E-9D54-CFE6-78B596D7F97C}"/>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B7430A15-9336-FFAE-01EA-68BBF6B465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632D61D1-6BA9-B3EA-2AA5-88AAF068DFD1}"/>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78ECE9DC-2316-2B69-940E-83E68C9343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523A5241-D82A-59A9-A628-B079AB66FC9F}"/>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E3A53C3E-771D-BB3B-4F0C-38C8AEE10A96}"/>
              </a:ext>
            </a:extLst>
          </p:cNvPr>
          <p:cNvSpPr>
            <a:spLocks noGrp="1"/>
          </p:cNvSpPr>
          <p:nvPr>
            <p:ph type="dt" sz="half" idx="10"/>
          </p:nvPr>
        </p:nvSpPr>
        <p:spPr/>
        <p:txBody>
          <a:bodyPr/>
          <a:lstStyle/>
          <a:p>
            <a:fld id="{CA11D11A-9E5F-4E81-AB52-D800B1672836}" type="datetimeFigureOut">
              <a:rPr lang="zh-CN" altLang="en-US" smtClean="0"/>
              <a:t>2026/2/6</a:t>
            </a:fld>
            <a:endParaRPr lang="zh-CN" altLang="en-US"/>
          </a:p>
        </p:txBody>
      </p:sp>
      <p:sp>
        <p:nvSpPr>
          <p:cNvPr id="8" name="Footer Placeholder 7">
            <a:extLst>
              <a:ext uri="{FF2B5EF4-FFF2-40B4-BE49-F238E27FC236}">
                <a16:creationId xmlns:a16="http://schemas.microsoft.com/office/drawing/2014/main" id="{DB6FD891-328B-9AFA-327D-8A56CB27D117}"/>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BA9AABDB-01AE-5A91-500B-40DF24C88227}"/>
              </a:ext>
            </a:extLst>
          </p:cNvPr>
          <p:cNvSpPr>
            <a:spLocks noGrp="1"/>
          </p:cNvSpPr>
          <p:nvPr>
            <p:ph type="sldNum" sz="quarter" idx="12"/>
          </p:nvPr>
        </p:nvSpPr>
        <p:spPr/>
        <p:txBody>
          <a:bodyPr/>
          <a:lstStyle/>
          <a:p>
            <a:fld id="{5C3D27C1-75CF-49FA-9F5D-1A4E42F95160}" type="slidenum">
              <a:rPr lang="zh-CN" altLang="en-US" smtClean="0"/>
              <a:t>‹#›</a:t>
            </a:fld>
            <a:endParaRPr lang="zh-CN" altLang="en-US"/>
          </a:p>
        </p:txBody>
      </p:sp>
    </p:spTree>
    <p:extLst>
      <p:ext uri="{BB962C8B-B14F-4D97-AF65-F5344CB8AC3E}">
        <p14:creationId xmlns:p14="http://schemas.microsoft.com/office/powerpoint/2010/main" val="19755467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FE31F-1F36-DA18-F6D8-189B87209018}"/>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B7A4ABE4-821E-5C75-69FB-6B71717BB15B}"/>
              </a:ext>
            </a:extLst>
          </p:cNvPr>
          <p:cNvSpPr>
            <a:spLocks noGrp="1"/>
          </p:cNvSpPr>
          <p:nvPr>
            <p:ph type="dt" sz="half" idx="10"/>
          </p:nvPr>
        </p:nvSpPr>
        <p:spPr/>
        <p:txBody>
          <a:bodyPr/>
          <a:lstStyle/>
          <a:p>
            <a:fld id="{CA11D11A-9E5F-4E81-AB52-D800B1672836}" type="datetimeFigureOut">
              <a:rPr lang="zh-CN" altLang="en-US" smtClean="0"/>
              <a:t>2026/2/6</a:t>
            </a:fld>
            <a:endParaRPr lang="zh-CN" altLang="en-US"/>
          </a:p>
        </p:txBody>
      </p:sp>
      <p:sp>
        <p:nvSpPr>
          <p:cNvPr id="4" name="Footer Placeholder 3">
            <a:extLst>
              <a:ext uri="{FF2B5EF4-FFF2-40B4-BE49-F238E27FC236}">
                <a16:creationId xmlns:a16="http://schemas.microsoft.com/office/drawing/2014/main" id="{0E2FD10A-5766-F56F-607C-86C2890C9F30}"/>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50EEEAC7-045C-0C18-2419-3E8A56CB3291}"/>
              </a:ext>
            </a:extLst>
          </p:cNvPr>
          <p:cNvSpPr>
            <a:spLocks noGrp="1"/>
          </p:cNvSpPr>
          <p:nvPr>
            <p:ph type="sldNum" sz="quarter" idx="12"/>
          </p:nvPr>
        </p:nvSpPr>
        <p:spPr/>
        <p:txBody>
          <a:bodyPr/>
          <a:lstStyle/>
          <a:p>
            <a:fld id="{5C3D27C1-75CF-49FA-9F5D-1A4E42F95160}" type="slidenum">
              <a:rPr lang="zh-CN" altLang="en-US" smtClean="0"/>
              <a:t>‹#›</a:t>
            </a:fld>
            <a:endParaRPr lang="zh-CN" altLang="en-US"/>
          </a:p>
        </p:txBody>
      </p:sp>
    </p:spTree>
    <p:extLst>
      <p:ext uri="{BB962C8B-B14F-4D97-AF65-F5344CB8AC3E}">
        <p14:creationId xmlns:p14="http://schemas.microsoft.com/office/powerpoint/2010/main" val="2844362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58B3E3-BC4C-BE5A-DAEF-5162DD109949}"/>
              </a:ext>
            </a:extLst>
          </p:cNvPr>
          <p:cNvSpPr>
            <a:spLocks noGrp="1"/>
          </p:cNvSpPr>
          <p:nvPr>
            <p:ph type="dt" sz="half" idx="10"/>
          </p:nvPr>
        </p:nvSpPr>
        <p:spPr/>
        <p:txBody>
          <a:bodyPr/>
          <a:lstStyle/>
          <a:p>
            <a:fld id="{CA11D11A-9E5F-4E81-AB52-D800B1672836}" type="datetimeFigureOut">
              <a:rPr lang="zh-CN" altLang="en-US" smtClean="0"/>
              <a:t>2026/2/6</a:t>
            </a:fld>
            <a:endParaRPr lang="zh-CN" altLang="en-US"/>
          </a:p>
        </p:txBody>
      </p:sp>
      <p:sp>
        <p:nvSpPr>
          <p:cNvPr id="3" name="Footer Placeholder 2">
            <a:extLst>
              <a:ext uri="{FF2B5EF4-FFF2-40B4-BE49-F238E27FC236}">
                <a16:creationId xmlns:a16="http://schemas.microsoft.com/office/drawing/2014/main" id="{5646D2FC-6310-013A-A0F0-E52DF606C210}"/>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9EADEAB0-4423-1413-B34A-FCC86DCE3880}"/>
              </a:ext>
            </a:extLst>
          </p:cNvPr>
          <p:cNvSpPr>
            <a:spLocks noGrp="1"/>
          </p:cNvSpPr>
          <p:nvPr>
            <p:ph type="sldNum" sz="quarter" idx="12"/>
          </p:nvPr>
        </p:nvSpPr>
        <p:spPr/>
        <p:txBody>
          <a:bodyPr/>
          <a:lstStyle/>
          <a:p>
            <a:fld id="{5C3D27C1-75CF-49FA-9F5D-1A4E42F95160}" type="slidenum">
              <a:rPr lang="zh-CN" altLang="en-US" smtClean="0"/>
              <a:t>‹#›</a:t>
            </a:fld>
            <a:endParaRPr lang="zh-CN" altLang="en-US"/>
          </a:p>
        </p:txBody>
      </p:sp>
    </p:spTree>
    <p:extLst>
      <p:ext uri="{BB962C8B-B14F-4D97-AF65-F5344CB8AC3E}">
        <p14:creationId xmlns:p14="http://schemas.microsoft.com/office/powerpoint/2010/main" val="1437285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CAEE1-A926-CDD0-A9A5-10C63B16DD80}"/>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EA55A666-EB7C-7C76-7277-7956A2E94B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3623F1F8-ECCB-593A-CFA3-35AD17D012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D4EA853E-E60F-DE01-50BC-302C466756E2}"/>
              </a:ext>
            </a:extLst>
          </p:cNvPr>
          <p:cNvSpPr>
            <a:spLocks noGrp="1"/>
          </p:cNvSpPr>
          <p:nvPr>
            <p:ph type="dt" sz="half" idx="10"/>
          </p:nvPr>
        </p:nvSpPr>
        <p:spPr/>
        <p:txBody>
          <a:bodyPr/>
          <a:lstStyle/>
          <a:p>
            <a:fld id="{CA11D11A-9E5F-4E81-AB52-D800B1672836}" type="datetimeFigureOut">
              <a:rPr lang="zh-CN" altLang="en-US" smtClean="0"/>
              <a:t>2026/2/6</a:t>
            </a:fld>
            <a:endParaRPr lang="zh-CN" altLang="en-US"/>
          </a:p>
        </p:txBody>
      </p:sp>
      <p:sp>
        <p:nvSpPr>
          <p:cNvPr id="6" name="Footer Placeholder 5">
            <a:extLst>
              <a:ext uri="{FF2B5EF4-FFF2-40B4-BE49-F238E27FC236}">
                <a16:creationId xmlns:a16="http://schemas.microsoft.com/office/drawing/2014/main" id="{3EECAB2E-F895-5503-0248-E8A68D420158}"/>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C42ADFE4-4B41-8C71-1E54-AA41107C3C75}"/>
              </a:ext>
            </a:extLst>
          </p:cNvPr>
          <p:cNvSpPr>
            <a:spLocks noGrp="1"/>
          </p:cNvSpPr>
          <p:nvPr>
            <p:ph type="sldNum" sz="quarter" idx="12"/>
          </p:nvPr>
        </p:nvSpPr>
        <p:spPr/>
        <p:txBody>
          <a:bodyPr/>
          <a:lstStyle/>
          <a:p>
            <a:fld id="{5C3D27C1-75CF-49FA-9F5D-1A4E42F95160}" type="slidenum">
              <a:rPr lang="zh-CN" altLang="en-US" smtClean="0"/>
              <a:t>‹#›</a:t>
            </a:fld>
            <a:endParaRPr lang="zh-CN" altLang="en-US"/>
          </a:p>
        </p:txBody>
      </p:sp>
    </p:spTree>
    <p:extLst>
      <p:ext uri="{BB962C8B-B14F-4D97-AF65-F5344CB8AC3E}">
        <p14:creationId xmlns:p14="http://schemas.microsoft.com/office/powerpoint/2010/main" val="1892315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F9E98-398C-E359-CC8B-CD4F40ECDFCB}"/>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9DF4CFEB-94E5-AB65-9379-C46803BE9B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B651978A-A6A3-E122-3008-6D7B647317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7D600D94-7819-5634-939B-8560C597E35B}"/>
              </a:ext>
            </a:extLst>
          </p:cNvPr>
          <p:cNvSpPr>
            <a:spLocks noGrp="1"/>
          </p:cNvSpPr>
          <p:nvPr>
            <p:ph type="dt" sz="half" idx="10"/>
          </p:nvPr>
        </p:nvSpPr>
        <p:spPr/>
        <p:txBody>
          <a:bodyPr/>
          <a:lstStyle/>
          <a:p>
            <a:fld id="{CA11D11A-9E5F-4E81-AB52-D800B1672836}" type="datetimeFigureOut">
              <a:rPr lang="zh-CN" altLang="en-US" smtClean="0"/>
              <a:t>2026/2/6</a:t>
            </a:fld>
            <a:endParaRPr lang="zh-CN" altLang="en-US"/>
          </a:p>
        </p:txBody>
      </p:sp>
      <p:sp>
        <p:nvSpPr>
          <p:cNvPr id="6" name="Footer Placeholder 5">
            <a:extLst>
              <a:ext uri="{FF2B5EF4-FFF2-40B4-BE49-F238E27FC236}">
                <a16:creationId xmlns:a16="http://schemas.microsoft.com/office/drawing/2014/main" id="{33A4A4E7-B7F7-1A76-59AA-3D8C2FFC0F63}"/>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2218121E-6A37-C5B8-9F6F-6D567186342E}"/>
              </a:ext>
            </a:extLst>
          </p:cNvPr>
          <p:cNvSpPr>
            <a:spLocks noGrp="1"/>
          </p:cNvSpPr>
          <p:nvPr>
            <p:ph type="sldNum" sz="quarter" idx="12"/>
          </p:nvPr>
        </p:nvSpPr>
        <p:spPr/>
        <p:txBody>
          <a:bodyPr/>
          <a:lstStyle/>
          <a:p>
            <a:fld id="{5C3D27C1-75CF-49FA-9F5D-1A4E42F95160}" type="slidenum">
              <a:rPr lang="zh-CN" altLang="en-US" smtClean="0"/>
              <a:t>‹#›</a:t>
            </a:fld>
            <a:endParaRPr lang="zh-CN" altLang="en-US"/>
          </a:p>
        </p:txBody>
      </p:sp>
    </p:spTree>
    <p:extLst>
      <p:ext uri="{BB962C8B-B14F-4D97-AF65-F5344CB8AC3E}">
        <p14:creationId xmlns:p14="http://schemas.microsoft.com/office/powerpoint/2010/main" val="635673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8D437-E471-CE8E-C59E-BDA26E03B80E}"/>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B990D34E-6D29-3AA5-B73B-ED16F6AE1DB5}"/>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0FEEC36A-405C-F19D-F210-B4BC686EB0D0}"/>
              </a:ext>
            </a:extLst>
          </p:cNvPr>
          <p:cNvSpPr>
            <a:spLocks noGrp="1"/>
          </p:cNvSpPr>
          <p:nvPr>
            <p:ph type="dt" sz="half" idx="10"/>
          </p:nvPr>
        </p:nvSpPr>
        <p:spPr/>
        <p:txBody>
          <a:bodyPr/>
          <a:lstStyle/>
          <a:p>
            <a:fld id="{CA11D11A-9E5F-4E81-AB52-D800B1672836}" type="datetimeFigureOut">
              <a:rPr lang="zh-CN" altLang="en-US" smtClean="0"/>
              <a:t>2026/2/6</a:t>
            </a:fld>
            <a:endParaRPr lang="zh-CN" altLang="en-US"/>
          </a:p>
        </p:txBody>
      </p:sp>
      <p:sp>
        <p:nvSpPr>
          <p:cNvPr id="5" name="Footer Placeholder 4">
            <a:extLst>
              <a:ext uri="{FF2B5EF4-FFF2-40B4-BE49-F238E27FC236}">
                <a16:creationId xmlns:a16="http://schemas.microsoft.com/office/drawing/2014/main" id="{8C3B47D9-0799-0794-76F6-DB107D3EDA1C}"/>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B8946C04-5512-B2A0-286B-99B8C8B78421}"/>
              </a:ext>
            </a:extLst>
          </p:cNvPr>
          <p:cNvSpPr>
            <a:spLocks noGrp="1"/>
          </p:cNvSpPr>
          <p:nvPr>
            <p:ph type="sldNum" sz="quarter" idx="12"/>
          </p:nvPr>
        </p:nvSpPr>
        <p:spPr/>
        <p:txBody>
          <a:bodyPr/>
          <a:lstStyle/>
          <a:p>
            <a:fld id="{5C3D27C1-75CF-49FA-9F5D-1A4E42F95160}" type="slidenum">
              <a:rPr lang="zh-CN" altLang="en-US" smtClean="0"/>
              <a:t>‹#›</a:t>
            </a:fld>
            <a:endParaRPr lang="zh-CN" altLang="en-US"/>
          </a:p>
        </p:txBody>
      </p:sp>
    </p:spTree>
    <p:extLst>
      <p:ext uri="{BB962C8B-B14F-4D97-AF65-F5344CB8AC3E}">
        <p14:creationId xmlns:p14="http://schemas.microsoft.com/office/powerpoint/2010/main" val="1763415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C02C19-0189-F402-A66F-F53A494C1527}"/>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32CBAFAA-98EC-6F15-7DE6-FA3D60B56AEF}"/>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F5F66531-489D-ED0E-E8B2-F5C46619E391}"/>
              </a:ext>
            </a:extLst>
          </p:cNvPr>
          <p:cNvSpPr>
            <a:spLocks noGrp="1"/>
          </p:cNvSpPr>
          <p:nvPr>
            <p:ph type="dt" sz="half" idx="10"/>
          </p:nvPr>
        </p:nvSpPr>
        <p:spPr/>
        <p:txBody>
          <a:bodyPr/>
          <a:lstStyle/>
          <a:p>
            <a:fld id="{CA11D11A-9E5F-4E81-AB52-D800B1672836}" type="datetimeFigureOut">
              <a:rPr lang="zh-CN" altLang="en-US" smtClean="0"/>
              <a:t>2026/2/6</a:t>
            </a:fld>
            <a:endParaRPr lang="zh-CN" altLang="en-US"/>
          </a:p>
        </p:txBody>
      </p:sp>
      <p:sp>
        <p:nvSpPr>
          <p:cNvPr id="5" name="Footer Placeholder 4">
            <a:extLst>
              <a:ext uri="{FF2B5EF4-FFF2-40B4-BE49-F238E27FC236}">
                <a16:creationId xmlns:a16="http://schemas.microsoft.com/office/drawing/2014/main" id="{5AE1C076-CAB1-6B98-235C-26F5960933B3}"/>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CBC1F8CB-E929-7D63-80DA-467E8D5EDB22}"/>
              </a:ext>
            </a:extLst>
          </p:cNvPr>
          <p:cNvSpPr>
            <a:spLocks noGrp="1"/>
          </p:cNvSpPr>
          <p:nvPr>
            <p:ph type="sldNum" sz="quarter" idx="12"/>
          </p:nvPr>
        </p:nvSpPr>
        <p:spPr/>
        <p:txBody>
          <a:bodyPr/>
          <a:lstStyle/>
          <a:p>
            <a:fld id="{5C3D27C1-75CF-49FA-9F5D-1A4E42F95160}" type="slidenum">
              <a:rPr lang="zh-CN" altLang="en-US" smtClean="0"/>
              <a:t>‹#›</a:t>
            </a:fld>
            <a:endParaRPr lang="zh-CN" altLang="en-US"/>
          </a:p>
        </p:txBody>
      </p:sp>
    </p:spTree>
    <p:extLst>
      <p:ext uri="{BB962C8B-B14F-4D97-AF65-F5344CB8AC3E}">
        <p14:creationId xmlns:p14="http://schemas.microsoft.com/office/powerpoint/2010/main" val="1167126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F94922-BF52-D742-22F5-3C359C5402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FF896121-781F-0EF8-D8E2-098B992E6F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AD69BD99-665C-5CA7-2987-D951CF800A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11D11A-9E5F-4E81-AB52-D800B1672836}" type="datetimeFigureOut">
              <a:rPr lang="zh-CN" altLang="en-US" smtClean="0"/>
              <a:t>2026/2/6</a:t>
            </a:fld>
            <a:endParaRPr lang="zh-CN" altLang="en-US"/>
          </a:p>
        </p:txBody>
      </p:sp>
      <p:sp>
        <p:nvSpPr>
          <p:cNvPr id="5" name="Footer Placeholder 4">
            <a:extLst>
              <a:ext uri="{FF2B5EF4-FFF2-40B4-BE49-F238E27FC236}">
                <a16:creationId xmlns:a16="http://schemas.microsoft.com/office/drawing/2014/main" id="{14527D1F-0AFC-4A0B-4993-90088EE6E8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a:extLst>
              <a:ext uri="{FF2B5EF4-FFF2-40B4-BE49-F238E27FC236}">
                <a16:creationId xmlns:a16="http://schemas.microsoft.com/office/drawing/2014/main" id="{6B81375D-CC7D-826F-355F-EC5D196F2E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3D27C1-75CF-49FA-9F5D-1A4E42F95160}" type="slidenum">
              <a:rPr lang="zh-CN" altLang="en-US" smtClean="0"/>
              <a:t>‹#›</a:t>
            </a:fld>
            <a:endParaRPr lang="zh-CN" altLang="en-US"/>
          </a:p>
        </p:txBody>
      </p:sp>
    </p:spTree>
    <p:extLst>
      <p:ext uri="{BB962C8B-B14F-4D97-AF65-F5344CB8AC3E}">
        <p14:creationId xmlns:p14="http://schemas.microsoft.com/office/powerpoint/2010/main" val="231183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7649389-E97A-75E3-FCDA-DDC7454DCC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5452" y="0"/>
            <a:ext cx="8761095" cy="6858000"/>
          </a:xfrm>
          <a:prstGeom prst="rect">
            <a:avLst/>
          </a:prstGeom>
        </p:spPr>
      </p:pic>
    </p:spTree>
    <p:extLst>
      <p:ext uri="{BB962C8B-B14F-4D97-AF65-F5344CB8AC3E}">
        <p14:creationId xmlns:p14="http://schemas.microsoft.com/office/powerpoint/2010/main" val="2598768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7DFEB-34DB-367F-FCE2-6F9A40AAA3A2}"/>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CFA65BB-37BB-E0FF-007A-7C7CC2C08D59}"/>
              </a:ext>
            </a:extLst>
          </p:cNvPr>
          <p:cNvGraphicFramePr>
            <a:graphicFrameLocks noGrp="1"/>
          </p:cNvGraphicFramePr>
          <p:nvPr>
            <p:extLst>
              <p:ext uri="{D42A27DB-BD31-4B8C-83A1-F6EECF244321}">
                <p14:modId xmlns:p14="http://schemas.microsoft.com/office/powerpoint/2010/main" val="1388036020"/>
              </p:ext>
            </p:extLst>
          </p:nvPr>
        </p:nvGraphicFramePr>
        <p:xfrm>
          <a:off x="43841" y="2185881"/>
          <a:ext cx="11724361" cy="3288949"/>
        </p:xfrm>
        <a:graphic>
          <a:graphicData uri="http://schemas.openxmlformats.org/drawingml/2006/table">
            <a:tbl>
              <a:tblPr firstRow="1" bandRow="1">
                <a:tableStyleId>{5C22544A-7EE6-4342-B048-85BDC9FD1C3A}</a:tableStyleId>
              </a:tblPr>
              <a:tblGrid>
                <a:gridCol w="985884">
                  <a:extLst>
                    <a:ext uri="{9D8B030D-6E8A-4147-A177-3AD203B41FA5}">
                      <a16:colId xmlns:a16="http://schemas.microsoft.com/office/drawing/2014/main" val="1668178562"/>
                    </a:ext>
                  </a:extLst>
                </a:gridCol>
                <a:gridCol w="897724">
                  <a:extLst>
                    <a:ext uri="{9D8B030D-6E8A-4147-A177-3AD203B41FA5}">
                      <a16:colId xmlns:a16="http://schemas.microsoft.com/office/drawing/2014/main" val="3422068644"/>
                    </a:ext>
                  </a:extLst>
                </a:gridCol>
                <a:gridCol w="822013">
                  <a:extLst>
                    <a:ext uri="{9D8B030D-6E8A-4147-A177-3AD203B41FA5}">
                      <a16:colId xmlns:a16="http://schemas.microsoft.com/office/drawing/2014/main" val="1723506250"/>
                    </a:ext>
                  </a:extLst>
                </a:gridCol>
                <a:gridCol w="901874">
                  <a:extLst>
                    <a:ext uri="{9D8B030D-6E8A-4147-A177-3AD203B41FA5}">
                      <a16:colId xmlns:a16="http://schemas.microsoft.com/office/drawing/2014/main" val="1705486906"/>
                    </a:ext>
                  </a:extLst>
                </a:gridCol>
                <a:gridCol w="901874">
                  <a:extLst>
                    <a:ext uri="{9D8B030D-6E8A-4147-A177-3AD203B41FA5}">
                      <a16:colId xmlns:a16="http://schemas.microsoft.com/office/drawing/2014/main" val="1762773808"/>
                    </a:ext>
                  </a:extLst>
                </a:gridCol>
                <a:gridCol w="901874">
                  <a:extLst>
                    <a:ext uri="{9D8B030D-6E8A-4147-A177-3AD203B41FA5}">
                      <a16:colId xmlns:a16="http://schemas.microsoft.com/office/drawing/2014/main" val="1018351860"/>
                    </a:ext>
                  </a:extLst>
                </a:gridCol>
                <a:gridCol w="901874">
                  <a:extLst>
                    <a:ext uri="{9D8B030D-6E8A-4147-A177-3AD203B41FA5}">
                      <a16:colId xmlns:a16="http://schemas.microsoft.com/office/drawing/2014/main" val="569086730"/>
                    </a:ext>
                  </a:extLst>
                </a:gridCol>
                <a:gridCol w="901874">
                  <a:extLst>
                    <a:ext uri="{9D8B030D-6E8A-4147-A177-3AD203B41FA5}">
                      <a16:colId xmlns:a16="http://schemas.microsoft.com/office/drawing/2014/main" val="2462422321"/>
                    </a:ext>
                  </a:extLst>
                </a:gridCol>
                <a:gridCol w="901874">
                  <a:extLst>
                    <a:ext uri="{9D8B030D-6E8A-4147-A177-3AD203B41FA5}">
                      <a16:colId xmlns:a16="http://schemas.microsoft.com/office/drawing/2014/main" val="2330978052"/>
                    </a:ext>
                  </a:extLst>
                </a:gridCol>
                <a:gridCol w="901874">
                  <a:extLst>
                    <a:ext uri="{9D8B030D-6E8A-4147-A177-3AD203B41FA5}">
                      <a16:colId xmlns:a16="http://schemas.microsoft.com/office/drawing/2014/main" val="2771633718"/>
                    </a:ext>
                  </a:extLst>
                </a:gridCol>
                <a:gridCol w="901874">
                  <a:extLst>
                    <a:ext uri="{9D8B030D-6E8A-4147-A177-3AD203B41FA5}">
                      <a16:colId xmlns:a16="http://schemas.microsoft.com/office/drawing/2014/main" val="71890600"/>
                    </a:ext>
                  </a:extLst>
                </a:gridCol>
                <a:gridCol w="901874">
                  <a:extLst>
                    <a:ext uri="{9D8B030D-6E8A-4147-A177-3AD203B41FA5}">
                      <a16:colId xmlns:a16="http://schemas.microsoft.com/office/drawing/2014/main" val="2075405745"/>
                    </a:ext>
                  </a:extLst>
                </a:gridCol>
                <a:gridCol w="901874">
                  <a:extLst>
                    <a:ext uri="{9D8B030D-6E8A-4147-A177-3AD203B41FA5}">
                      <a16:colId xmlns:a16="http://schemas.microsoft.com/office/drawing/2014/main" val="208290751"/>
                    </a:ext>
                  </a:extLst>
                </a:gridCol>
              </a:tblGrid>
              <a:tr h="645170">
                <a:tc>
                  <a:txBody>
                    <a:bodyPr/>
                    <a:lstStyle/>
                    <a:p>
                      <a:endParaRPr lang="zh-CN" altLang="en-US" sz="1600" dirty="0"/>
                    </a:p>
                  </a:txBody>
                  <a:tcPr/>
                </a:tc>
                <a:tc gridSpan="3">
                  <a:txBody>
                    <a:bodyPr/>
                    <a:lstStyle/>
                    <a:p>
                      <a:r>
                        <a:rPr lang="en-US" altLang="zh-CN" sz="1600" dirty="0"/>
                        <a:t>Condition 9</a:t>
                      </a:r>
                      <a:endParaRPr lang="zh-CN" altLang="en-US" sz="1600" dirty="0"/>
                    </a:p>
                  </a:txBody>
                  <a:tcPr/>
                </a:tc>
                <a:tc hMerge="1">
                  <a:txBody>
                    <a:bodyPr/>
                    <a:lstStyle/>
                    <a:p>
                      <a:endParaRPr lang="zh-CN" altLang="en-US" sz="1600" dirty="0"/>
                    </a:p>
                  </a:txBody>
                  <a:tcPr/>
                </a:tc>
                <a:tc hMerge="1">
                  <a:txBody>
                    <a:bodyPr/>
                    <a:lstStyle/>
                    <a:p>
                      <a:endParaRPr lang="zh-CN" altLang="en-US" sz="1600" dirty="0"/>
                    </a:p>
                  </a:txBody>
                  <a:tcPr/>
                </a:tc>
                <a:tc gridSpan="3">
                  <a:txBody>
                    <a:bodyPr/>
                    <a:lstStyle/>
                    <a:p>
                      <a:r>
                        <a:rPr lang="en-US" altLang="zh-CN" sz="1600" dirty="0"/>
                        <a:t>Condition10</a:t>
                      </a:r>
                      <a:endParaRPr lang="zh-CN" altLang="en-US" sz="1600" dirty="0"/>
                    </a:p>
                  </a:txBody>
                  <a:tcPr/>
                </a:tc>
                <a:tc hMerge="1">
                  <a:txBody>
                    <a:bodyPr/>
                    <a:lstStyle/>
                    <a:p>
                      <a:endParaRPr lang="zh-CN" altLang="en-US" sz="1600" dirty="0"/>
                    </a:p>
                  </a:txBody>
                  <a:tcPr/>
                </a:tc>
                <a:tc hMerge="1">
                  <a:txBody>
                    <a:bodyPr/>
                    <a:lstStyle/>
                    <a:p>
                      <a:endParaRPr lang="zh-CN" altLang="en-US" sz="1600" dirty="0"/>
                    </a:p>
                  </a:txBody>
                  <a:tcPr/>
                </a:tc>
                <a:tc gridSpan="3">
                  <a:txBody>
                    <a:bodyPr/>
                    <a:lstStyle/>
                    <a:p>
                      <a:r>
                        <a:rPr lang="en-US" altLang="zh-CN" sz="1600" dirty="0"/>
                        <a:t>Condition11</a:t>
                      </a:r>
                      <a:endParaRPr lang="zh-CN" altLang="en-US" sz="1600" dirty="0"/>
                    </a:p>
                  </a:txBody>
                  <a:tcPr/>
                </a:tc>
                <a:tc hMerge="1">
                  <a:txBody>
                    <a:bodyPr/>
                    <a:lstStyle/>
                    <a:p>
                      <a:endParaRPr lang="zh-CN" altLang="en-US" sz="1600" dirty="0"/>
                    </a:p>
                  </a:txBody>
                  <a:tcPr/>
                </a:tc>
                <a:tc hMerge="1">
                  <a:txBody>
                    <a:bodyPr/>
                    <a:lstStyle/>
                    <a:p>
                      <a:endParaRPr lang="zh-CN" altLang="en-US" sz="1600" dirty="0"/>
                    </a:p>
                  </a:txBody>
                  <a:tcPr/>
                </a:tc>
                <a:tc gridSpan="3">
                  <a:txBody>
                    <a:bodyPr/>
                    <a:lstStyle/>
                    <a:p>
                      <a:r>
                        <a:rPr lang="en-US" altLang="zh-CN" sz="1600" dirty="0"/>
                        <a:t>Condition12</a:t>
                      </a:r>
                      <a:endParaRPr lang="zh-CN" altLang="en-US" sz="1600" dirty="0"/>
                    </a:p>
                  </a:txBody>
                  <a:tcPr/>
                </a:tc>
                <a:tc hMerge="1">
                  <a:txBody>
                    <a:bodyPr/>
                    <a:lstStyle/>
                    <a:p>
                      <a:endParaRPr lang="zh-CN" altLang="en-US" sz="1600" dirty="0"/>
                    </a:p>
                  </a:txBody>
                  <a:tcPr/>
                </a:tc>
                <a:tc hMerge="1">
                  <a:txBody>
                    <a:bodyPr/>
                    <a:lstStyle/>
                    <a:p>
                      <a:endParaRPr lang="zh-CN" altLang="en-US" sz="1600" dirty="0"/>
                    </a:p>
                  </a:txBody>
                  <a:tcPr/>
                </a:tc>
                <a:extLst>
                  <a:ext uri="{0D108BD9-81ED-4DB2-BD59-A6C34878D82A}">
                    <a16:rowId xmlns:a16="http://schemas.microsoft.com/office/drawing/2014/main" val="4160089334"/>
                  </a:ext>
                </a:extLst>
              </a:tr>
              <a:tr h="645170">
                <a:tc>
                  <a:txBody>
                    <a:bodyPr/>
                    <a:lstStyle/>
                    <a:p>
                      <a:r>
                        <a:rPr lang="en-US" altLang="zh-CN" sz="1600" dirty="0"/>
                        <a:t>Sample</a:t>
                      </a:r>
                      <a:endParaRPr lang="zh-CN" altLang="en-US" sz="1600" dirty="0"/>
                    </a:p>
                  </a:txBody>
                  <a:tcPr/>
                </a:tc>
                <a:tc>
                  <a:txBody>
                    <a:bodyPr/>
                    <a:lstStyle/>
                    <a:p>
                      <a:r>
                        <a:rPr lang="en-US" altLang="zh-CN" sz="1600" dirty="0"/>
                        <a:t>1</a:t>
                      </a:r>
                      <a:endParaRPr lang="zh-CN" altLang="en-US" sz="1600" dirty="0"/>
                    </a:p>
                  </a:txBody>
                  <a:tcPr/>
                </a:tc>
                <a:tc>
                  <a:txBody>
                    <a:bodyPr/>
                    <a:lstStyle/>
                    <a:p>
                      <a:r>
                        <a:rPr lang="en-US" altLang="zh-CN" sz="1600" dirty="0"/>
                        <a:t>2</a:t>
                      </a:r>
                      <a:endParaRPr lang="zh-CN" altLang="en-US" sz="1600" dirty="0"/>
                    </a:p>
                  </a:txBody>
                  <a:tcPr/>
                </a:tc>
                <a:tc>
                  <a:txBody>
                    <a:bodyPr/>
                    <a:lstStyle/>
                    <a:p>
                      <a:r>
                        <a:rPr lang="en-US" altLang="zh-CN" sz="1600" dirty="0"/>
                        <a:t>3</a:t>
                      </a:r>
                      <a:endParaRPr lang="zh-CN" altLang="en-US" sz="1600" dirty="0"/>
                    </a:p>
                  </a:txBody>
                  <a:tcPr/>
                </a:tc>
                <a:tc>
                  <a:txBody>
                    <a:bodyPr/>
                    <a:lstStyle/>
                    <a:p>
                      <a:r>
                        <a:rPr lang="en-US" altLang="zh-CN" sz="1600" dirty="0"/>
                        <a:t>1</a:t>
                      </a:r>
                      <a:endParaRPr lang="zh-CN" altLang="en-US" sz="1600" dirty="0"/>
                    </a:p>
                  </a:txBody>
                  <a:tcPr/>
                </a:tc>
                <a:tc>
                  <a:txBody>
                    <a:bodyPr/>
                    <a:lstStyle/>
                    <a:p>
                      <a:r>
                        <a:rPr lang="en-US" altLang="zh-CN" sz="1600" dirty="0"/>
                        <a:t>2</a:t>
                      </a:r>
                      <a:endParaRPr lang="zh-CN" altLang="en-US" sz="1600" dirty="0"/>
                    </a:p>
                  </a:txBody>
                  <a:tcPr/>
                </a:tc>
                <a:tc>
                  <a:txBody>
                    <a:bodyPr/>
                    <a:lstStyle/>
                    <a:p>
                      <a:r>
                        <a:rPr lang="en-US" altLang="zh-CN" sz="1600" dirty="0"/>
                        <a:t>3</a:t>
                      </a:r>
                      <a:endParaRPr lang="zh-CN" altLang="en-US" sz="1600" dirty="0"/>
                    </a:p>
                  </a:txBody>
                  <a:tcPr/>
                </a:tc>
                <a:tc>
                  <a:txBody>
                    <a:bodyPr/>
                    <a:lstStyle/>
                    <a:p>
                      <a:r>
                        <a:rPr lang="en-US" altLang="zh-CN" sz="1600" dirty="0"/>
                        <a:t>1</a:t>
                      </a:r>
                      <a:endParaRPr lang="zh-CN" altLang="en-US" sz="1600" dirty="0"/>
                    </a:p>
                  </a:txBody>
                  <a:tcPr/>
                </a:tc>
                <a:tc>
                  <a:txBody>
                    <a:bodyPr/>
                    <a:lstStyle/>
                    <a:p>
                      <a:r>
                        <a:rPr lang="en-US" altLang="zh-CN" sz="1600" dirty="0"/>
                        <a:t>2</a:t>
                      </a:r>
                      <a:endParaRPr lang="zh-CN" altLang="en-US" sz="1600" dirty="0"/>
                    </a:p>
                  </a:txBody>
                  <a:tcPr/>
                </a:tc>
                <a:tc>
                  <a:txBody>
                    <a:bodyPr/>
                    <a:lstStyle/>
                    <a:p>
                      <a:r>
                        <a:rPr lang="en-US" altLang="zh-CN" sz="1600" dirty="0"/>
                        <a:t>3</a:t>
                      </a:r>
                      <a:endParaRPr lang="zh-CN" altLang="en-US" sz="1600" dirty="0"/>
                    </a:p>
                  </a:txBody>
                  <a:tcPr/>
                </a:tc>
                <a:tc>
                  <a:txBody>
                    <a:bodyPr/>
                    <a:lstStyle/>
                    <a:p>
                      <a:r>
                        <a:rPr lang="en-US" altLang="zh-CN" sz="1600" dirty="0"/>
                        <a:t>1</a:t>
                      </a:r>
                      <a:endParaRPr lang="zh-CN" altLang="en-US" sz="1600" dirty="0"/>
                    </a:p>
                  </a:txBody>
                  <a:tcPr/>
                </a:tc>
                <a:tc>
                  <a:txBody>
                    <a:bodyPr/>
                    <a:lstStyle/>
                    <a:p>
                      <a:r>
                        <a:rPr lang="en-US" altLang="zh-CN" sz="1600" dirty="0"/>
                        <a:t>2</a:t>
                      </a:r>
                      <a:endParaRPr lang="zh-CN" altLang="en-US" sz="1600" dirty="0"/>
                    </a:p>
                  </a:txBody>
                  <a:tcPr/>
                </a:tc>
                <a:tc>
                  <a:txBody>
                    <a:bodyPr/>
                    <a:lstStyle/>
                    <a:p>
                      <a:r>
                        <a:rPr lang="en-US" altLang="zh-CN" sz="1600" dirty="0"/>
                        <a:t>3</a:t>
                      </a:r>
                      <a:endParaRPr lang="zh-CN" altLang="en-US" sz="1600" dirty="0"/>
                    </a:p>
                  </a:txBody>
                  <a:tcPr/>
                </a:tc>
                <a:extLst>
                  <a:ext uri="{0D108BD9-81ED-4DB2-BD59-A6C34878D82A}">
                    <a16:rowId xmlns:a16="http://schemas.microsoft.com/office/drawing/2014/main" val="4247231374"/>
                  </a:ext>
                </a:extLst>
              </a:tr>
              <a:tr h="708269">
                <a:tc>
                  <a:txBody>
                    <a:bodyPr/>
                    <a:lstStyle/>
                    <a:p>
                      <a:r>
                        <a:rPr lang="en-US" altLang="zh-CN" sz="1600" dirty="0"/>
                        <a:t>Peak position</a:t>
                      </a:r>
                      <a:endParaRPr lang="zh-CN" altLang="en-US" sz="1600" dirty="0"/>
                    </a:p>
                  </a:txBody>
                  <a:tcPr/>
                </a:tc>
                <a:tc>
                  <a:txBody>
                    <a:bodyPr/>
                    <a:lstStyle/>
                    <a:p>
                      <a:r>
                        <a:rPr lang="en-US" altLang="zh-CN" sz="1600" dirty="0"/>
                        <a:t>No peak</a:t>
                      </a:r>
                    </a:p>
                  </a:txBody>
                  <a:tcPr/>
                </a:tc>
                <a:tc>
                  <a:txBody>
                    <a:bodyPr/>
                    <a:lstStyle/>
                    <a:p>
                      <a:r>
                        <a:rPr lang="en-US" altLang="zh-CN" sz="1600" dirty="0"/>
                        <a:t>31.0;</a:t>
                      </a:r>
                    </a:p>
                    <a:p>
                      <a:endParaRPr lang="zh-CN" altLang="en-US" sz="1600" dirty="0"/>
                    </a:p>
                  </a:txBody>
                  <a:tcPr/>
                </a:tc>
                <a:tc>
                  <a:txBody>
                    <a:bodyPr/>
                    <a:lstStyle/>
                    <a:p>
                      <a:r>
                        <a:rPr lang="en-US" altLang="zh-CN" sz="1600" dirty="0"/>
                        <a:t>30.7</a:t>
                      </a:r>
                    </a:p>
                  </a:txBody>
                  <a:tcPr/>
                </a:tc>
                <a:tc>
                  <a:txBody>
                    <a:bodyPr/>
                    <a:lstStyle/>
                    <a:p>
                      <a:r>
                        <a:rPr lang="en-US" altLang="zh-CN" sz="1600" dirty="0"/>
                        <a:t>30.6</a:t>
                      </a:r>
                    </a:p>
                  </a:txBody>
                  <a:tcPr/>
                </a:tc>
                <a:tc>
                  <a:txBody>
                    <a:bodyPr/>
                    <a:lstStyle/>
                    <a:p>
                      <a:r>
                        <a:rPr lang="en-US" altLang="zh-CN" sz="1600" dirty="0"/>
                        <a:t>31.1</a:t>
                      </a:r>
                      <a:endParaRPr lang="zh-CN" altLang="en-US" sz="1600" dirty="0"/>
                    </a:p>
                  </a:txBody>
                  <a:tcPr/>
                </a:tc>
                <a:tc>
                  <a:txBody>
                    <a:bodyPr/>
                    <a:lstStyle/>
                    <a:p>
                      <a:r>
                        <a:rPr lang="en-US" altLang="zh-CN" sz="1600" dirty="0"/>
                        <a:t>30.6</a:t>
                      </a:r>
                    </a:p>
                  </a:txBody>
                  <a:tcPr/>
                </a:tc>
                <a:tc>
                  <a:txBody>
                    <a:bodyPr/>
                    <a:lstStyle/>
                    <a:p>
                      <a:r>
                        <a:rPr lang="en-US" altLang="zh-CN" sz="1600" dirty="0"/>
                        <a:t>30.5</a:t>
                      </a:r>
                      <a:endParaRPr lang="zh-CN" altLang="en-US" sz="1600" dirty="0"/>
                    </a:p>
                  </a:txBody>
                  <a:tcPr/>
                </a:tc>
                <a:tc>
                  <a:txBody>
                    <a:bodyPr/>
                    <a:lstStyle/>
                    <a:p>
                      <a:r>
                        <a:rPr lang="en-US" altLang="zh-CN" sz="1600" dirty="0"/>
                        <a:t>30.6</a:t>
                      </a:r>
                      <a:endParaRPr lang="zh-CN" altLang="en-US" sz="1600" dirty="0"/>
                    </a:p>
                  </a:txBody>
                  <a:tcPr/>
                </a:tc>
                <a:tc>
                  <a:txBody>
                    <a:bodyPr/>
                    <a:lstStyle/>
                    <a:p>
                      <a:r>
                        <a:rPr lang="en-US" altLang="zh-CN" sz="1600" dirty="0"/>
                        <a:t>30.7</a:t>
                      </a:r>
                      <a:endParaRPr lang="zh-CN" altLang="en-US" sz="1600" dirty="0"/>
                    </a:p>
                  </a:txBody>
                  <a:tcPr/>
                </a:tc>
                <a:tc>
                  <a:txBody>
                    <a:bodyPr/>
                    <a:lstStyle/>
                    <a:p>
                      <a:r>
                        <a:rPr lang="en-US" altLang="zh-CN" sz="1600" dirty="0"/>
                        <a:t>30.7</a:t>
                      </a:r>
                      <a:endParaRPr lang="zh-CN" altLang="en-US" sz="1600" dirty="0"/>
                    </a:p>
                  </a:txBody>
                  <a:tcPr/>
                </a:tc>
                <a:tc>
                  <a:txBody>
                    <a:bodyPr/>
                    <a:lstStyle/>
                    <a:p>
                      <a:r>
                        <a:rPr lang="en-US" altLang="zh-CN" sz="1600" dirty="0"/>
                        <a:t>30.6</a:t>
                      </a:r>
                      <a:endParaRPr lang="zh-CN" altLang="en-US" sz="1600" dirty="0"/>
                    </a:p>
                  </a:txBody>
                  <a:tcPr/>
                </a:tc>
                <a:tc>
                  <a:txBody>
                    <a:bodyPr/>
                    <a:lstStyle/>
                    <a:p>
                      <a:r>
                        <a:rPr lang="en-US" altLang="zh-CN" sz="1600" dirty="0"/>
                        <a:t>30.7</a:t>
                      </a:r>
                      <a:endParaRPr lang="zh-CN" altLang="en-US" sz="1600" dirty="0"/>
                    </a:p>
                  </a:txBody>
                  <a:tcPr/>
                </a:tc>
                <a:extLst>
                  <a:ext uri="{0D108BD9-81ED-4DB2-BD59-A6C34878D82A}">
                    <a16:rowId xmlns:a16="http://schemas.microsoft.com/office/drawing/2014/main" val="780893018"/>
                  </a:ext>
                </a:extLst>
              </a:tr>
              <a:tr h="645170">
                <a:tc>
                  <a:txBody>
                    <a:bodyPr/>
                    <a:lstStyle/>
                    <a:p>
                      <a:r>
                        <a:rPr lang="en-US" altLang="zh-CN" sz="1600" dirty="0"/>
                        <a:t>Height</a:t>
                      </a:r>
                      <a:endParaRPr lang="zh-CN" altLang="en-US" sz="1600" dirty="0"/>
                    </a:p>
                  </a:txBody>
                  <a:tcPr/>
                </a:tc>
                <a:tc>
                  <a:txBody>
                    <a:bodyPr/>
                    <a:lstStyle/>
                    <a:p>
                      <a:pPr algn="ctr"/>
                      <a:r>
                        <a:rPr lang="en-US" altLang="zh-CN" sz="1600" dirty="0"/>
                        <a:t>/</a:t>
                      </a:r>
                    </a:p>
                  </a:txBody>
                  <a:tcPr/>
                </a:tc>
                <a:tc>
                  <a:txBody>
                    <a:bodyPr/>
                    <a:lstStyle/>
                    <a:p>
                      <a:r>
                        <a:rPr lang="en-US" altLang="zh-CN" sz="1600" dirty="0"/>
                        <a:t>335</a:t>
                      </a:r>
                      <a:endParaRPr lang="zh-CN" altLang="en-US" sz="1600" dirty="0"/>
                    </a:p>
                  </a:txBody>
                  <a:tcPr/>
                </a:tc>
                <a:tc>
                  <a:txBody>
                    <a:bodyPr/>
                    <a:lstStyle/>
                    <a:p>
                      <a:r>
                        <a:rPr lang="en-US" altLang="zh-CN" sz="1600" dirty="0"/>
                        <a:t>785</a:t>
                      </a:r>
                      <a:endParaRPr lang="zh-CN" altLang="en-US" sz="1600" dirty="0"/>
                    </a:p>
                  </a:txBody>
                  <a:tcPr/>
                </a:tc>
                <a:tc>
                  <a:txBody>
                    <a:bodyPr/>
                    <a:lstStyle/>
                    <a:p>
                      <a:r>
                        <a:rPr lang="en-US" altLang="zh-CN" sz="1600" dirty="0"/>
                        <a:t>6940</a:t>
                      </a:r>
                      <a:endParaRPr lang="zh-CN" altLang="en-US" sz="1600" dirty="0"/>
                    </a:p>
                  </a:txBody>
                  <a:tcPr/>
                </a:tc>
                <a:tc>
                  <a:txBody>
                    <a:bodyPr/>
                    <a:lstStyle/>
                    <a:p>
                      <a:r>
                        <a:rPr lang="en-US" altLang="zh-CN" sz="1600" dirty="0"/>
                        <a:t>7178</a:t>
                      </a:r>
                      <a:endParaRPr lang="zh-CN" altLang="en-US" sz="1600" dirty="0"/>
                    </a:p>
                  </a:txBody>
                  <a:tcPr/>
                </a:tc>
                <a:tc>
                  <a:txBody>
                    <a:bodyPr/>
                    <a:lstStyle/>
                    <a:p>
                      <a:r>
                        <a:rPr lang="en-US" altLang="zh-CN" sz="1600" dirty="0"/>
                        <a:t>6731</a:t>
                      </a:r>
                      <a:endParaRPr lang="zh-CN" altLang="en-US" sz="1600" dirty="0"/>
                    </a:p>
                  </a:txBody>
                  <a:tcPr/>
                </a:tc>
                <a:tc>
                  <a:txBody>
                    <a:bodyPr/>
                    <a:lstStyle/>
                    <a:p>
                      <a:r>
                        <a:rPr lang="en-US" altLang="zh-CN" sz="1600" dirty="0"/>
                        <a:t>11414</a:t>
                      </a:r>
                      <a:endParaRPr lang="zh-CN" altLang="en-US" sz="1600" dirty="0"/>
                    </a:p>
                  </a:txBody>
                  <a:tcPr/>
                </a:tc>
                <a:tc>
                  <a:txBody>
                    <a:bodyPr/>
                    <a:lstStyle/>
                    <a:p>
                      <a:r>
                        <a:rPr lang="en-US" altLang="zh-CN" sz="1600" dirty="0"/>
                        <a:t>11466</a:t>
                      </a:r>
                      <a:endParaRPr lang="zh-CN" altLang="en-US" sz="1600" dirty="0"/>
                    </a:p>
                  </a:txBody>
                  <a:tcPr/>
                </a:tc>
                <a:tc>
                  <a:txBody>
                    <a:bodyPr/>
                    <a:lstStyle/>
                    <a:p>
                      <a:r>
                        <a:rPr lang="en-US" altLang="zh-CN" sz="1600" dirty="0"/>
                        <a:t>12030</a:t>
                      </a:r>
                      <a:endParaRPr lang="zh-CN" altLang="en-US" sz="1600" dirty="0"/>
                    </a:p>
                  </a:txBody>
                  <a:tcPr/>
                </a:tc>
                <a:tc>
                  <a:txBody>
                    <a:bodyPr/>
                    <a:lstStyle/>
                    <a:p>
                      <a:r>
                        <a:rPr lang="en-US" altLang="zh-CN" sz="1600" dirty="0"/>
                        <a:t>8090</a:t>
                      </a:r>
                      <a:endParaRPr lang="zh-CN" altLang="en-US" sz="1600" dirty="0"/>
                    </a:p>
                  </a:txBody>
                  <a:tcPr/>
                </a:tc>
                <a:tc>
                  <a:txBody>
                    <a:bodyPr/>
                    <a:lstStyle/>
                    <a:p>
                      <a:r>
                        <a:rPr lang="en-US" altLang="zh-CN" sz="1600" dirty="0"/>
                        <a:t>8776</a:t>
                      </a:r>
                      <a:endParaRPr lang="zh-CN" altLang="en-US" sz="1600" dirty="0"/>
                    </a:p>
                  </a:txBody>
                  <a:tcPr/>
                </a:tc>
                <a:tc>
                  <a:txBody>
                    <a:bodyPr/>
                    <a:lstStyle/>
                    <a:p>
                      <a:r>
                        <a:rPr lang="en-US" altLang="zh-CN" sz="1600" dirty="0"/>
                        <a:t>9002</a:t>
                      </a:r>
                      <a:endParaRPr lang="zh-CN" altLang="en-US" sz="1600" dirty="0"/>
                    </a:p>
                  </a:txBody>
                  <a:tcPr/>
                </a:tc>
                <a:extLst>
                  <a:ext uri="{0D108BD9-81ED-4DB2-BD59-A6C34878D82A}">
                    <a16:rowId xmlns:a16="http://schemas.microsoft.com/office/drawing/2014/main" val="2314922272"/>
                  </a:ext>
                </a:extLst>
              </a:tr>
              <a:tr h="645170">
                <a:tc>
                  <a:txBody>
                    <a:bodyPr/>
                    <a:lstStyle/>
                    <a:p>
                      <a:r>
                        <a:rPr lang="en-US" altLang="zh-CN" sz="1600" dirty="0"/>
                        <a:t>FWHM</a:t>
                      </a:r>
                      <a:endParaRPr lang="zh-CN" altLang="en-US" sz="1600" dirty="0"/>
                    </a:p>
                  </a:txBody>
                  <a:tcPr/>
                </a:tc>
                <a:tc>
                  <a:txBody>
                    <a:bodyPr/>
                    <a:lstStyle/>
                    <a:p>
                      <a:pPr algn="ctr"/>
                      <a:r>
                        <a:rPr lang="en-US" altLang="zh-CN" sz="1600" dirty="0"/>
                        <a:t>/</a:t>
                      </a:r>
                      <a:endParaRPr lang="zh-CN" altLang="en-US" sz="1600" dirty="0"/>
                    </a:p>
                  </a:txBody>
                  <a:tcPr/>
                </a:tc>
                <a:tc>
                  <a:txBody>
                    <a:bodyPr/>
                    <a:lstStyle/>
                    <a:p>
                      <a:r>
                        <a:rPr lang="en-US" altLang="zh-CN" sz="1600" dirty="0"/>
                        <a:t>0.64</a:t>
                      </a:r>
                      <a:endParaRPr lang="zh-CN" altLang="en-US" sz="1600" dirty="0"/>
                    </a:p>
                  </a:txBody>
                  <a:tcPr/>
                </a:tc>
                <a:tc>
                  <a:txBody>
                    <a:bodyPr/>
                    <a:lstStyle/>
                    <a:p>
                      <a:r>
                        <a:rPr lang="en-US" altLang="zh-CN" sz="1600" dirty="0"/>
                        <a:t>0.54</a:t>
                      </a:r>
                      <a:endParaRPr lang="zh-CN" altLang="en-US" sz="1600" dirty="0"/>
                    </a:p>
                  </a:txBody>
                  <a:tcPr/>
                </a:tc>
                <a:tc>
                  <a:txBody>
                    <a:bodyPr/>
                    <a:lstStyle/>
                    <a:p>
                      <a:r>
                        <a:rPr lang="en-US" altLang="zh-CN" sz="1600" dirty="0"/>
                        <a:t>0.41</a:t>
                      </a:r>
                      <a:endParaRPr lang="zh-CN" altLang="en-US" sz="1600" dirty="0"/>
                    </a:p>
                  </a:txBody>
                  <a:tcPr/>
                </a:tc>
                <a:tc>
                  <a:txBody>
                    <a:bodyPr/>
                    <a:lstStyle/>
                    <a:p>
                      <a:r>
                        <a:rPr lang="en-US" altLang="zh-CN" sz="1600" dirty="0"/>
                        <a:t>0.46</a:t>
                      </a:r>
                      <a:endParaRPr lang="zh-CN" altLang="en-US" sz="1600" dirty="0"/>
                    </a:p>
                  </a:txBody>
                  <a:tcPr/>
                </a:tc>
                <a:tc>
                  <a:txBody>
                    <a:bodyPr/>
                    <a:lstStyle/>
                    <a:p>
                      <a:r>
                        <a:rPr lang="en-US" altLang="zh-CN" sz="1600" dirty="0"/>
                        <a:t>0.46</a:t>
                      </a:r>
                      <a:endParaRPr lang="zh-CN" altLang="en-US" sz="1600" dirty="0"/>
                    </a:p>
                  </a:txBody>
                  <a:tcPr/>
                </a:tc>
                <a:tc>
                  <a:txBody>
                    <a:bodyPr/>
                    <a:lstStyle/>
                    <a:p>
                      <a:r>
                        <a:rPr lang="en-US" altLang="zh-CN" sz="1600" dirty="0"/>
                        <a:t>0.72</a:t>
                      </a:r>
                      <a:endParaRPr lang="zh-CN" altLang="en-US" sz="1600" dirty="0"/>
                    </a:p>
                  </a:txBody>
                  <a:tcPr/>
                </a:tc>
                <a:tc>
                  <a:txBody>
                    <a:bodyPr/>
                    <a:lstStyle/>
                    <a:p>
                      <a:r>
                        <a:rPr lang="en-US" altLang="zh-CN" sz="1600" dirty="0"/>
                        <a:t>0.70</a:t>
                      </a:r>
                      <a:endParaRPr lang="zh-CN" altLang="en-US" sz="1600" dirty="0"/>
                    </a:p>
                  </a:txBody>
                  <a:tcPr/>
                </a:tc>
                <a:tc>
                  <a:txBody>
                    <a:bodyPr/>
                    <a:lstStyle/>
                    <a:p>
                      <a:r>
                        <a:rPr lang="en-US" altLang="zh-CN" sz="1600" dirty="0"/>
                        <a:t>0.71</a:t>
                      </a:r>
                      <a:endParaRPr lang="zh-CN" altLang="en-US" sz="1600" dirty="0"/>
                    </a:p>
                  </a:txBody>
                  <a:tcPr/>
                </a:tc>
                <a:tc>
                  <a:txBody>
                    <a:bodyPr/>
                    <a:lstStyle/>
                    <a:p>
                      <a:r>
                        <a:rPr lang="en-US" altLang="zh-CN" sz="1600" dirty="0"/>
                        <a:t>0.49</a:t>
                      </a:r>
                      <a:endParaRPr lang="zh-CN" altLang="en-US" sz="1600" dirty="0"/>
                    </a:p>
                  </a:txBody>
                  <a:tcPr/>
                </a:tc>
                <a:tc>
                  <a:txBody>
                    <a:bodyPr/>
                    <a:lstStyle/>
                    <a:p>
                      <a:r>
                        <a:rPr lang="en-US" altLang="zh-CN" sz="1600" dirty="0"/>
                        <a:t>0.48</a:t>
                      </a:r>
                      <a:endParaRPr lang="zh-CN" altLang="en-US" sz="1600" dirty="0"/>
                    </a:p>
                  </a:txBody>
                  <a:tcPr/>
                </a:tc>
                <a:tc>
                  <a:txBody>
                    <a:bodyPr/>
                    <a:lstStyle/>
                    <a:p>
                      <a:r>
                        <a:rPr lang="en-US" altLang="zh-CN" sz="1600" dirty="0"/>
                        <a:t>0.48</a:t>
                      </a:r>
                      <a:endParaRPr lang="zh-CN" altLang="en-US" sz="1600" dirty="0"/>
                    </a:p>
                  </a:txBody>
                  <a:tcPr/>
                </a:tc>
                <a:extLst>
                  <a:ext uri="{0D108BD9-81ED-4DB2-BD59-A6C34878D82A}">
                    <a16:rowId xmlns:a16="http://schemas.microsoft.com/office/drawing/2014/main" val="1953760762"/>
                  </a:ext>
                </a:extLst>
              </a:tr>
            </a:tbl>
          </a:graphicData>
        </a:graphic>
      </p:graphicFrame>
      <p:sp>
        <p:nvSpPr>
          <p:cNvPr id="2" name="TextBox 1">
            <a:extLst>
              <a:ext uri="{FF2B5EF4-FFF2-40B4-BE49-F238E27FC236}">
                <a16:creationId xmlns:a16="http://schemas.microsoft.com/office/drawing/2014/main" id="{7202CED6-AE36-7E9F-A8CE-F47A7805987B}"/>
              </a:ext>
            </a:extLst>
          </p:cNvPr>
          <p:cNvSpPr txBox="1"/>
          <p:nvPr/>
        </p:nvSpPr>
        <p:spPr>
          <a:xfrm>
            <a:off x="645090" y="538619"/>
            <a:ext cx="4334006" cy="646331"/>
          </a:xfrm>
          <a:prstGeom prst="rect">
            <a:avLst/>
          </a:prstGeom>
          <a:noFill/>
        </p:spPr>
        <p:txBody>
          <a:bodyPr wrap="square" rtlCol="0">
            <a:spAutoFit/>
          </a:bodyPr>
          <a:lstStyle/>
          <a:p>
            <a:r>
              <a:rPr lang="en-US" altLang="zh-CN" sz="3600" b="1" dirty="0"/>
              <a:t>XRD data</a:t>
            </a:r>
            <a:endParaRPr lang="zh-CN" altLang="en-US" sz="3600" b="1" dirty="0"/>
          </a:p>
        </p:txBody>
      </p:sp>
    </p:spTree>
    <p:extLst>
      <p:ext uri="{BB962C8B-B14F-4D97-AF65-F5344CB8AC3E}">
        <p14:creationId xmlns:p14="http://schemas.microsoft.com/office/powerpoint/2010/main" val="4119450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C7292-A512-8317-41CB-8AB81F51E572}"/>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7CAE632-0893-5425-528A-C5E0D04D0852}"/>
              </a:ext>
            </a:extLst>
          </p:cNvPr>
          <p:cNvGraphicFramePr>
            <a:graphicFrameLocks noGrp="1"/>
          </p:cNvGraphicFramePr>
          <p:nvPr>
            <p:extLst>
              <p:ext uri="{D42A27DB-BD31-4B8C-83A1-F6EECF244321}">
                <p14:modId xmlns:p14="http://schemas.microsoft.com/office/powerpoint/2010/main" val="3286905577"/>
              </p:ext>
            </p:extLst>
          </p:nvPr>
        </p:nvGraphicFramePr>
        <p:xfrm>
          <a:off x="0" y="883174"/>
          <a:ext cx="11724361" cy="3288949"/>
        </p:xfrm>
        <a:graphic>
          <a:graphicData uri="http://schemas.openxmlformats.org/drawingml/2006/table">
            <a:tbl>
              <a:tblPr firstRow="1" bandRow="1">
                <a:tableStyleId>{5C22544A-7EE6-4342-B048-85BDC9FD1C3A}</a:tableStyleId>
              </a:tblPr>
              <a:tblGrid>
                <a:gridCol w="985884">
                  <a:extLst>
                    <a:ext uri="{9D8B030D-6E8A-4147-A177-3AD203B41FA5}">
                      <a16:colId xmlns:a16="http://schemas.microsoft.com/office/drawing/2014/main" val="1668178562"/>
                    </a:ext>
                  </a:extLst>
                </a:gridCol>
                <a:gridCol w="897724">
                  <a:extLst>
                    <a:ext uri="{9D8B030D-6E8A-4147-A177-3AD203B41FA5}">
                      <a16:colId xmlns:a16="http://schemas.microsoft.com/office/drawing/2014/main" val="3422068644"/>
                    </a:ext>
                  </a:extLst>
                </a:gridCol>
                <a:gridCol w="822013">
                  <a:extLst>
                    <a:ext uri="{9D8B030D-6E8A-4147-A177-3AD203B41FA5}">
                      <a16:colId xmlns:a16="http://schemas.microsoft.com/office/drawing/2014/main" val="1723506250"/>
                    </a:ext>
                  </a:extLst>
                </a:gridCol>
                <a:gridCol w="901874">
                  <a:extLst>
                    <a:ext uri="{9D8B030D-6E8A-4147-A177-3AD203B41FA5}">
                      <a16:colId xmlns:a16="http://schemas.microsoft.com/office/drawing/2014/main" val="1705486906"/>
                    </a:ext>
                  </a:extLst>
                </a:gridCol>
                <a:gridCol w="901874">
                  <a:extLst>
                    <a:ext uri="{9D8B030D-6E8A-4147-A177-3AD203B41FA5}">
                      <a16:colId xmlns:a16="http://schemas.microsoft.com/office/drawing/2014/main" val="1762773808"/>
                    </a:ext>
                  </a:extLst>
                </a:gridCol>
                <a:gridCol w="901874">
                  <a:extLst>
                    <a:ext uri="{9D8B030D-6E8A-4147-A177-3AD203B41FA5}">
                      <a16:colId xmlns:a16="http://schemas.microsoft.com/office/drawing/2014/main" val="1018351860"/>
                    </a:ext>
                  </a:extLst>
                </a:gridCol>
                <a:gridCol w="901874">
                  <a:extLst>
                    <a:ext uri="{9D8B030D-6E8A-4147-A177-3AD203B41FA5}">
                      <a16:colId xmlns:a16="http://schemas.microsoft.com/office/drawing/2014/main" val="569086730"/>
                    </a:ext>
                  </a:extLst>
                </a:gridCol>
                <a:gridCol w="901874">
                  <a:extLst>
                    <a:ext uri="{9D8B030D-6E8A-4147-A177-3AD203B41FA5}">
                      <a16:colId xmlns:a16="http://schemas.microsoft.com/office/drawing/2014/main" val="2462422321"/>
                    </a:ext>
                  </a:extLst>
                </a:gridCol>
                <a:gridCol w="901874">
                  <a:extLst>
                    <a:ext uri="{9D8B030D-6E8A-4147-A177-3AD203B41FA5}">
                      <a16:colId xmlns:a16="http://schemas.microsoft.com/office/drawing/2014/main" val="2330978052"/>
                    </a:ext>
                  </a:extLst>
                </a:gridCol>
                <a:gridCol w="901874">
                  <a:extLst>
                    <a:ext uri="{9D8B030D-6E8A-4147-A177-3AD203B41FA5}">
                      <a16:colId xmlns:a16="http://schemas.microsoft.com/office/drawing/2014/main" val="2771633718"/>
                    </a:ext>
                  </a:extLst>
                </a:gridCol>
                <a:gridCol w="901874">
                  <a:extLst>
                    <a:ext uri="{9D8B030D-6E8A-4147-A177-3AD203B41FA5}">
                      <a16:colId xmlns:a16="http://schemas.microsoft.com/office/drawing/2014/main" val="71890600"/>
                    </a:ext>
                  </a:extLst>
                </a:gridCol>
                <a:gridCol w="901874">
                  <a:extLst>
                    <a:ext uri="{9D8B030D-6E8A-4147-A177-3AD203B41FA5}">
                      <a16:colId xmlns:a16="http://schemas.microsoft.com/office/drawing/2014/main" val="2075405745"/>
                    </a:ext>
                  </a:extLst>
                </a:gridCol>
                <a:gridCol w="901874">
                  <a:extLst>
                    <a:ext uri="{9D8B030D-6E8A-4147-A177-3AD203B41FA5}">
                      <a16:colId xmlns:a16="http://schemas.microsoft.com/office/drawing/2014/main" val="208290751"/>
                    </a:ext>
                  </a:extLst>
                </a:gridCol>
              </a:tblGrid>
              <a:tr h="645170">
                <a:tc>
                  <a:txBody>
                    <a:bodyPr/>
                    <a:lstStyle/>
                    <a:p>
                      <a:endParaRPr lang="zh-CN" altLang="en-US" sz="1600" dirty="0"/>
                    </a:p>
                  </a:txBody>
                  <a:tcPr/>
                </a:tc>
                <a:tc gridSpan="3">
                  <a:txBody>
                    <a:bodyPr/>
                    <a:lstStyle/>
                    <a:p>
                      <a:r>
                        <a:rPr lang="en-US" altLang="zh-CN" sz="1600" dirty="0"/>
                        <a:t>Condition 13</a:t>
                      </a:r>
                      <a:endParaRPr lang="zh-CN" altLang="en-US" sz="1600" dirty="0"/>
                    </a:p>
                  </a:txBody>
                  <a:tcPr/>
                </a:tc>
                <a:tc hMerge="1">
                  <a:txBody>
                    <a:bodyPr/>
                    <a:lstStyle/>
                    <a:p>
                      <a:endParaRPr lang="zh-CN" altLang="en-US" sz="1600" dirty="0"/>
                    </a:p>
                  </a:txBody>
                  <a:tcPr/>
                </a:tc>
                <a:tc hMerge="1">
                  <a:txBody>
                    <a:bodyPr/>
                    <a:lstStyle/>
                    <a:p>
                      <a:endParaRPr lang="zh-CN" altLang="en-US" sz="1600" dirty="0"/>
                    </a:p>
                  </a:txBody>
                  <a:tcPr/>
                </a:tc>
                <a:tc gridSpan="3">
                  <a:txBody>
                    <a:bodyPr/>
                    <a:lstStyle/>
                    <a:p>
                      <a:r>
                        <a:rPr lang="en-US" altLang="zh-CN" sz="1600" dirty="0"/>
                        <a:t>Condition14</a:t>
                      </a:r>
                      <a:endParaRPr lang="zh-CN" altLang="en-US" sz="1600" dirty="0"/>
                    </a:p>
                  </a:txBody>
                  <a:tcPr/>
                </a:tc>
                <a:tc hMerge="1">
                  <a:txBody>
                    <a:bodyPr/>
                    <a:lstStyle/>
                    <a:p>
                      <a:endParaRPr lang="zh-CN" altLang="en-US" sz="1600" dirty="0"/>
                    </a:p>
                  </a:txBody>
                  <a:tcPr/>
                </a:tc>
                <a:tc hMerge="1">
                  <a:txBody>
                    <a:bodyPr/>
                    <a:lstStyle/>
                    <a:p>
                      <a:endParaRPr lang="zh-CN" altLang="en-US" sz="1600" dirty="0"/>
                    </a:p>
                  </a:txBody>
                  <a:tcPr/>
                </a:tc>
                <a:tc gridSpan="3">
                  <a:txBody>
                    <a:bodyPr/>
                    <a:lstStyle/>
                    <a:p>
                      <a:r>
                        <a:rPr lang="en-US" altLang="zh-CN" sz="1600" dirty="0"/>
                        <a:t>Condition15</a:t>
                      </a:r>
                      <a:endParaRPr lang="zh-CN" altLang="en-US" sz="1600" dirty="0"/>
                    </a:p>
                  </a:txBody>
                  <a:tcPr/>
                </a:tc>
                <a:tc hMerge="1">
                  <a:txBody>
                    <a:bodyPr/>
                    <a:lstStyle/>
                    <a:p>
                      <a:endParaRPr lang="zh-CN" altLang="en-US" sz="1600" dirty="0"/>
                    </a:p>
                  </a:txBody>
                  <a:tcPr/>
                </a:tc>
                <a:tc hMerge="1">
                  <a:txBody>
                    <a:bodyPr/>
                    <a:lstStyle/>
                    <a:p>
                      <a:endParaRPr lang="zh-CN" altLang="en-US" sz="1600" dirty="0"/>
                    </a:p>
                  </a:txBody>
                  <a:tcPr/>
                </a:tc>
                <a:tc gridSpan="3">
                  <a:txBody>
                    <a:bodyPr/>
                    <a:lstStyle/>
                    <a:p>
                      <a:r>
                        <a:rPr lang="en-US" altLang="zh-CN" sz="1600" dirty="0"/>
                        <a:t>Condition16</a:t>
                      </a:r>
                      <a:endParaRPr lang="zh-CN" altLang="en-US" sz="1600" dirty="0"/>
                    </a:p>
                  </a:txBody>
                  <a:tcPr/>
                </a:tc>
                <a:tc hMerge="1">
                  <a:txBody>
                    <a:bodyPr/>
                    <a:lstStyle/>
                    <a:p>
                      <a:endParaRPr lang="zh-CN" altLang="en-US" sz="1600" dirty="0"/>
                    </a:p>
                  </a:txBody>
                  <a:tcPr/>
                </a:tc>
                <a:tc hMerge="1">
                  <a:txBody>
                    <a:bodyPr/>
                    <a:lstStyle/>
                    <a:p>
                      <a:endParaRPr lang="zh-CN" altLang="en-US" sz="1600" dirty="0"/>
                    </a:p>
                  </a:txBody>
                  <a:tcPr/>
                </a:tc>
                <a:extLst>
                  <a:ext uri="{0D108BD9-81ED-4DB2-BD59-A6C34878D82A}">
                    <a16:rowId xmlns:a16="http://schemas.microsoft.com/office/drawing/2014/main" val="4160089334"/>
                  </a:ext>
                </a:extLst>
              </a:tr>
              <a:tr h="645170">
                <a:tc>
                  <a:txBody>
                    <a:bodyPr/>
                    <a:lstStyle/>
                    <a:p>
                      <a:r>
                        <a:rPr lang="en-US" altLang="zh-CN" sz="1600" dirty="0"/>
                        <a:t>Sample</a:t>
                      </a:r>
                      <a:endParaRPr lang="zh-CN" altLang="en-US" sz="1600" dirty="0"/>
                    </a:p>
                  </a:txBody>
                  <a:tcPr/>
                </a:tc>
                <a:tc>
                  <a:txBody>
                    <a:bodyPr/>
                    <a:lstStyle/>
                    <a:p>
                      <a:r>
                        <a:rPr lang="en-US" altLang="zh-CN" sz="1600" dirty="0"/>
                        <a:t>1</a:t>
                      </a:r>
                      <a:endParaRPr lang="zh-CN" altLang="en-US" sz="1600" dirty="0"/>
                    </a:p>
                  </a:txBody>
                  <a:tcPr/>
                </a:tc>
                <a:tc>
                  <a:txBody>
                    <a:bodyPr/>
                    <a:lstStyle/>
                    <a:p>
                      <a:r>
                        <a:rPr lang="en-US" altLang="zh-CN" sz="1600" dirty="0"/>
                        <a:t>2</a:t>
                      </a:r>
                      <a:endParaRPr lang="zh-CN" altLang="en-US" sz="1600" dirty="0"/>
                    </a:p>
                  </a:txBody>
                  <a:tcPr/>
                </a:tc>
                <a:tc>
                  <a:txBody>
                    <a:bodyPr/>
                    <a:lstStyle/>
                    <a:p>
                      <a:r>
                        <a:rPr lang="en-US" altLang="zh-CN" sz="1600" dirty="0"/>
                        <a:t>3</a:t>
                      </a:r>
                      <a:endParaRPr lang="zh-CN" altLang="en-US" sz="1600" dirty="0"/>
                    </a:p>
                  </a:txBody>
                  <a:tcPr/>
                </a:tc>
                <a:tc>
                  <a:txBody>
                    <a:bodyPr/>
                    <a:lstStyle/>
                    <a:p>
                      <a:r>
                        <a:rPr lang="en-US" altLang="zh-CN" sz="1600" dirty="0"/>
                        <a:t>1</a:t>
                      </a:r>
                      <a:endParaRPr lang="zh-CN" altLang="en-US" sz="1600" dirty="0"/>
                    </a:p>
                  </a:txBody>
                  <a:tcPr/>
                </a:tc>
                <a:tc>
                  <a:txBody>
                    <a:bodyPr/>
                    <a:lstStyle/>
                    <a:p>
                      <a:r>
                        <a:rPr lang="en-US" altLang="zh-CN" sz="1600" dirty="0"/>
                        <a:t>2</a:t>
                      </a:r>
                      <a:endParaRPr lang="zh-CN" altLang="en-US" sz="1600" dirty="0"/>
                    </a:p>
                  </a:txBody>
                  <a:tcPr/>
                </a:tc>
                <a:tc>
                  <a:txBody>
                    <a:bodyPr/>
                    <a:lstStyle/>
                    <a:p>
                      <a:r>
                        <a:rPr lang="en-US" altLang="zh-CN" sz="1600" dirty="0"/>
                        <a:t>3</a:t>
                      </a:r>
                      <a:endParaRPr lang="zh-CN" altLang="en-US" sz="1600" dirty="0"/>
                    </a:p>
                  </a:txBody>
                  <a:tcPr/>
                </a:tc>
                <a:tc>
                  <a:txBody>
                    <a:bodyPr/>
                    <a:lstStyle/>
                    <a:p>
                      <a:r>
                        <a:rPr lang="en-US" altLang="zh-CN" sz="1600" dirty="0"/>
                        <a:t>1</a:t>
                      </a:r>
                      <a:endParaRPr lang="zh-CN" altLang="en-US" sz="1600" dirty="0"/>
                    </a:p>
                  </a:txBody>
                  <a:tcPr/>
                </a:tc>
                <a:tc>
                  <a:txBody>
                    <a:bodyPr/>
                    <a:lstStyle/>
                    <a:p>
                      <a:r>
                        <a:rPr lang="en-US" altLang="zh-CN" sz="1600" dirty="0"/>
                        <a:t>2</a:t>
                      </a:r>
                      <a:endParaRPr lang="zh-CN" altLang="en-US" sz="1600" dirty="0"/>
                    </a:p>
                  </a:txBody>
                  <a:tcPr/>
                </a:tc>
                <a:tc>
                  <a:txBody>
                    <a:bodyPr/>
                    <a:lstStyle/>
                    <a:p>
                      <a:r>
                        <a:rPr lang="en-US" altLang="zh-CN" sz="1600" dirty="0"/>
                        <a:t>3</a:t>
                      </a:r>
                      <a:endParaRPr lang="zh-CN" altLang="en-US" sz="1600" dirty="0"/>
                    </a:p>
                  </a:txBody>
                  <a:tcPr/>
                </a:tc>
                <a:tc>
                  <a:txBody>
                    <a:bodyPr/>
                    <a:lstStyle/>
                    <a:p>
                      <a:r>
                        <a:rPr lang="en-US" altLang="zh-CN" sz="1600" dirty="0"/>
                        <a:t>1</a:t>
                      </a:r>
                      <a:endParaRPr lang="zh-CN" altLang="en-US" sz="1600" dirty="0"/>
                    </a:p>
                  </a:txBody>
                  <a:tcPr/>
                </a:tc>
                <a:tc>
                  <a:txBody>
                    <a:bodyPr/>
                    <a:lstStyle/>
                    <a:p>
                      <a:r>
                        <a:rPr lang="en-US" altLang="zh-CN" sz="1600" dirty="0"/>
                        <a:t>2</a:t>
                      </a:r>
                      <a:endParaRPr lang="zh-CN" altLang="en-US" sz="1600" dirty="0"/>
                    </a:p>
                  </a:txBody>
                  <a:tcPr/>
                </a:tc>
                <a:tc>
                  <a:txBody>
                    <a:bodyPr/>
                    <a:lstStyle/>
                    <a:p>
                      <a:r>
                        <a:rPr lang="en-US" altLang="zh-CN" sz="1600" dirty="0"/>
                        <a:t>3</a:t>
                      </a:r>
                      <a:endParaRPr lang="zh-CN" altLang="en-US" sz="1600" dirty="0"/>
                    </a:p>
                  </a:txBody>
                  <a:tcPr/>
                </a:tc>
                <a:extLst>
                  <a:ext uri="{0D108BD9-81ED-4DB2-BD59-A6C34878D82A}">
                    <a16:rowId xmlns:a16="http://schemas.microsoft.com/office/drawing/2014/main" val="4247231374"/>
                  </a:ext>
                </a:extLst>
              </a:tr>
              <a:tr h="708269">
                <a:tc>
                  <a:txBody>
                    <a:bodyPr/>
                    <a:lstStyle/>
                    <a:p>
                      <a:r>
                        <a:rPr lang="en-US" altLang="zh-CN" sz="1600" dirty="0"/>
                        <a:t>Peak position</a:t>
                      </a:r>
                      <a:endParaRPr lang="zh-CN" altLang="en-US" sz="1600" dirty="0"/>
                    </a:p>
                  </a:txBody>
                  <a:tcPr/>
                </a:tc>
                <a:tc>
                  <a:txBody>
                    <a:bodyPr/>
                    <a:lstStyle/>
                    <a:p>
                      <a:r>
                        <a:rPr lang="en-US" altLang="zh-CN" sz="1600" dirty="0"/>
                        <a:t> 30.6</a:t>
                      </a:r>
                    </a:p>
                  </a:txBody>
                  <a:tcPr/>
                </a:tc>
                <a:tc>
                  <a:txBody>
                    <a:bodyPr/>
                    <a:lstStyle/>
                    <a:p>
                      <a:r>
                        <a:rPr lang="en-US" altLang="zh-CN" sz="1600" dirty="0"/>
                        <a:t>30.5</a:t>
                      </a:r>
                      <a:endParaRPr lang="zh-CN" altLang="en-US" sz="1600" dirty="0"/>
                    </a:p>
                  </a:txBody>
                  <a:tcPr/>
                </a:tc>
                <a:tc>
                  <a:txBody>
                    <a:bodyPr/>
                    <a:lstStyle/>
                    <a:p>
                      <a:r>
                        <a:rPr lang="en-US" altLang="zh-CN" sz="1600" dirty="0"/>
                        <a:t>30.7</a:t>
                      </a:r>
                      <a:endParaRPr lang="zh-CN" altLang="en-US" sz="1600" dirty="0"/>
                    </a:p>
                  </a:txBody>
                  <a:tcPr/>
                </a:tc>
                <a:tc>
                  <a:txBody>
                    <a:bodyPr/>
                    <a:lstStyle/>
                    <a:p>
                      <a:r>
                        <a:rPr lang="en-US" altLang="zh-CN" sz="1600" dirty="0"/>
                        <a:t>30.0</a:t>
                      </a:r>
                    </a:p>
                  </a:txBody>
                  <a:tcPr/>
                </a:tc>
                <a:tc>
                  <a:txBody>
                    <a:bodyPr/>
                    <a:lstStyle/>
                    <a:p>
                      <a:r>
                        <a:rPr lang="en-US" altLang="zh-CN" sz="1600" dirty="0"/>
                        <a:t>29.8</a:t>
                      </a:r>
                      <a:endParaRPr lang="zh-CN" altLang="en-US" sz="1600" dirty="0"/>
                    </a:p>
                  </a:txBody>
                  <a:tcPr/>
                </a:tc>
                <a:tc>
                  <a:txBody>
                    <a:bodyPr/>
                    <a:lstStyle/>
                    <a:p>
                      <a:r>
                        <a:rPr lang="en-US" altLang="zh-CN" sz="1600" dirty="0"/>
                        <a:t>29.9</a:t>
                      </a:r>
                      <a:endParaRPr lang="zh-CN" altLang="en-US" sz="1600" dirty="0"/>
                    </a:p>
                  </a:txBody>
                  <a:tcPr/>
                </a:tc>
                <a:tc>
                  <a:txBody>
                    <a:bodyPr/>
                    <a:lstStyle/>
                    <a:p>
                      <a:r>
                        <a:rPr lang="en-US" altLang="zh-CN" sz="1600" dirty="0"/>
                        <a:t>30.6</a:t>
                      </a:r>
                      <a:endParaRPr lang="zh-CN" altLang="en-US" sz="1600" dirty="0"/>
                    </a:p>
                  </a:txBody>
                  <a:tcPr/>
                </a:tc>
                <a:tc>
                  <a:txBody>
                    <a:bodyPr/>
                    <a:lstStyle/>
                    <a:p>
                      <a:r>
                        <a:rPr lang="en-US" altLang="zh-CN" sz="1600" dirty="0"/>
                        <a:t>30.6</a:t>
                      </a:r>
                      <a:endParaRPr lang="zh-CN" altLang="en-US" sz="1600" dirty="0"/>
                    </a:p>
                  </a:txBody>
                  <a:tcPr/>
                </a:tc>
                <a:tc>
                  <a:txBody>
                    <a:bodyPr/>
                    <a:lstStyle/>
                    <a:p>
                      <a:r>
                        <a:rPr lang="en-US" altLang="zh-CN" sz="1600" dirty="0"/>
                        <a:t>30.6</a:t>
                      </a:r>
                      <a:endParaRPr lang="zh-CN" altLang="en-US" sz="1600" dirty="0"/>
                    </a:p>
                  </a:txBody>
                  <a:tcPr/>
                </a:tc>
                <a:tc>
                  <a:txBody>
                    <a:bodyPr/>
                    <a:lstStyle/>
                    <a:p>
                      <a:r>
                        <a:rPr lang="en-US" altLang="zh-CN" sz="1600" dirty="0"/>
                        <a:t>30.6</a:t>
                      </a:r>
                      <a:endParaRPr lang="zh-CN" altLang="en-US" sz="1600" dirty="0"/>
                    </a:p>
                  </a:txBody>
                  <a:tcPr/>
                </a:tc>
                <a:tc>
                  <a:txBody>
                    <a:bodyPr/>
                    <a:lstStyle/>
                    <a:p>
                      <a:r>
                        <a:rPr lang="en-US" altLang="zh-CN" sz="1600" dirty="0"/>
                        <a:t>30.6</a:t>
                      </a:r>
                      <a:endParaRPr lang="zh-CN" altLang="en-US" sz="1600" dirty="0"/>
                    </a:p>
                  </a:txBody>
                  <a:tcPr/>
                </a:tc>
                <a:tc>
                  <a:txBody>
                    <a:bodyPr/>
                    <a:lstStyle/>
                    <a:p>
                      <a:r>
                        <a:rPr lang="en-US" altLang="zh-CN" sz="1600" dirty="0"/>
                        <a:t>30.6</a:t>
                      </a:r>
                      <a:endParaRPr lang="zh-CN" altLang="en-US" sz="1600" dirty="0"/>
                    </a:p>
                  </a:txBody>
                  <a:tcPr/>
                </a:tc>
                <a:extLst>
                  <a:ext uri="{0D108BD9-81ED-4DB2-BD59-A6C34878D82A}">
                    <a16:rowId xmlns:a16="http://schemas.microsoft.com/office/drawing/2014/main" val="780893018"/>
                  </a:ext>
                </a:extLst>
              </a:tr>
              <a:tr h="645170">
                <a:tc>
                  <a:txBody>
                    <a:bodyPr/>
                    <a:lstStyle/>
                    <a:p>
                      <a:r>
                        <a:rPr lang="en-US" altLang="zh-CN" sz="1600" dirty="0"/>
                        <a:t>Height</a:t>
                      </a:r>
                      <a:endParaRPr lang="zh-CN" altLang="en-US" sz="1600" dirty="0"/>
                    </a:p>
                  </a:txBody>
                  <a:tcPr/>
                </a:tc>
                <a:tc>
                  <a:txBody>
                    <a:bodyPr/>
                    <a:lstStyle/>
                    <a:p>
                      <a:r>
                        <a:rPr lang="en-US" altLang="zh-CN" sz="1600" dirty="0"/>
                        <a:t>4397</a:t>
                      </a:r>
                    </a:p>
                  </a:txBody>
                  <a:tcPr/>
                </a:tc>
                <a:tc>
                  <a:txBody>
                    <a:bodyPr/>
                    <a:lstStyle/>
                    <a:p>
                      <a:r>
                        <a:rPr lang="en-US" altLang="zh-CN" sz="1600" dirty="0"/>
                        <a:t>5551</a:t>
                      </a:r>
                      <a:endParaRPr lang="zh-CN" altLang="en-US" sz="1600" dirty="0"/>
                    </a:p>
                  </a:txBody>
                  <a:tcPr/>
                </a:tc>
                <a:tc>
                  <a:txBody>
                    <a:bodyPr/>
                    <a:lstStyle/>
                    <a:p>
                      <a:r>
                        <a:rPr lang="en-US" altLang="zh-CN" sz="1600" dirty="0"/>
                        <a:t>5837</a:t>
                      </a:r>
                      <a:endParaRPr lang="zh-CN" altLang="en-US" sz="1600" dirty="0"/>
                    </a:p>
                  </a:txBody>
                  <a:tcPr/>
                </a:tc>
                <a:tc>
                  <a:txBody>
                    <a:bodyPr/>
                    <a:lstStyle/>
                    <a:p>
                      <a:r>
                        <a:rPr lang="en-US" altLang="zh-CN" sz="1600" dirty="0"/>
                        <a:t>3384</a:t>
                      </a:r>
                      <a:endParaRPr lang="zh-CN" altLang="en-US" sz="1600" dirty="0"/>
                    </a:p>
                  </a:txBody>
                  <a:tcPr/>
                </a:tc>
                <a:tc>
                  <a:txBody>
                    <a:bodyPr/>
                    <a:lstStyle/>
                    <a:p>
                      <a:r>
                        <a:rPr lang="en-US" altLang="zh-CN" sz="1600" dirty="0"/>
                        <a:t>3492</a:t>
                      </a:r>
                      <a:endParaRPr lang="zh-CN" altLang="en-US" sz="1600" dirty="0"/>
                    </a:p>
                  </a:txBody>
                  <a:tcPr/>
                </a:tc>
                <a:tc>
                  <a:txBody>
                    <a:bodyPr/>
                    <a:lstStyle/>
                    <a:p>
                      <a:r>
                        <a:rPr lang="en-US" altLang="zh-CN" sz="1600" dirty="0"/>
                        <a:t>3079</a:t>
                      </a:r>
                      <a:endParaRPr lang="zh-CN" altLang="en-US" sz="1600" dirty="0"/>
                    </a:p>
                  </a:txBody>
                  <a:tcPr/>
                </a:tc>
                <a:tc>
                  <a:txBody>
                    <a:bodyPr/>
                    <a:lstStyle/>
                    <a:p>
                      <a:r>
                        <a:rPr lang="en-US" altLang="zh-CN" sz="1600" dirty="0"/>
                        <a:t>16317</a:t>
                      </a:r>
                      <a:endParaRPr lang="zh-CN" altLang="en-US" sz="1600" dirty="0"/>
                    </a:p>
                  </a:txBody>
                  <a:tcPr/>
                </a:tc>
                <a:tc>
                  <a:txBody>
                    <a:bodyPr/>
                    <a:lstStyle/>
                    <a:p>
                      <a:r>
                        <a:rPr lang="en-US" altLang="zh-CN" sz="1600" dirty="0"/>
                        <a:t>31187</a:t>
                      </a:r>
                      <a:endParaRPr lang="zh-CN" altLang="en-US" sz="1600" dirty="0"/>
                    </a:p>
                  </a:txBody>
                  <a:tcPr/>
                </a:tc>
                <a:tc>
                  <a:txBody>
                    <a:bodyPr/>
                    <a:lstStyle/>
                    <a:p>
                      <a:r>
                        <a:rPr lang="en-US" altLang="zh-CN" sz="1600" dirty="0"/>
                        <a:t>17563</a:t>
                      </a:r>
                      <a:endParaRPr lang="zh-CN" altLang="en-US" sz="1600" dirty="0"/>
                    </a:p>
                  </a:txBody>
                  <a:tcPr/>
                </a:tc>
                <a:tc>
                  <a:txBody>
                    <a:bodyPr/>
                    <a:lstStyle/>
                    <a:p>
                      <a:r>
                        <a:rPr lang="en-US" altLang="zh-CN" sz="1600" dirty="0"/>
                        <a:t>16950</a:t>
                      </a:r>
                      <a:endParaRPr lang="zh-CN" altLang="en-US" sz="1600" dirty="0"/>
                    </a:p>
                  </a:txBody>
                  <a:tcPr/>
                </a:tc>
                <a:tc>
                  <a:txBody>
                    <a:bodyPr/>
                    <a:lstStyle/>
                    <a:p>
                      <a:r>
                        <a:rPr lang="en-US" altLang="zh-CN" sz="1600" dirty="0"/>
                        <a:t>20250</a:t>
                      </a:r>
                      <a:endParaRPr lang="zh-CN" altLang="en-US" sz="1600" dirty="0"/>
                    </a:p>
                  </a:txBody>
                  <a:tcPr/>
                </a:tc>
                <a:tc>
                  <a:txBody>
                    <a:bodyPr/>
                    <a:lstStyle/>
                    <a:p>
                      <a:r>
                        <a:rPr lang="en-US" altLang="zh-CN" sz="1600" dirty="0"/>
                        <a:t>19761</a:t>
                      </a:r>
                      <a:endParaRPr lang="zh-CN" altLang="en-US" sz="1600" dirty="0"/>
                    </a:p>
                  </a:txBody>
                  <a:tcPr/>
                </a:tc>
                <a:extLst>
                  <a:ext uri="{0D108BD9-81ED-4DB2-BD59-A6C34878D82A}">
                    <a16:rowId xmlns:a16="http://schemas.microsoft.com/office/drawing/2014/main" val="2314922272"/>
                  </a:ext>
                </a:extLst>
              </a:tr>
              <a:tr h="645170">
                <a:tc>
                  <a:txBody>
                    <a:bodyPr/>
                    <a:lstStyle/>
                    <a:p>
                      <a:r>
                        <a:rPr lang="en-US" altLang="zh-CN" sz="1600" dirty="0"/>
                        <a:t>FWHM</a:t>
                      </a:r>
                      <a:endParaRPr lang="zh-CN" altLang="en-US" sz="1600" dirty="0"/>
                    </a:p>
                  </a:txBody>
                  <a:tcPr/>
                </a:tc>
                <a:tc>
                  <a:txBody>
                    <a:bodyPr/>
                    <a:lstStyle/>
                    <a:p>
                      <a:r>
                        <a:rPr lang="en-US" altLang="zh-CN" sz="1600" dirty="0"/>
                        <a:t>0.66</a:t>
                      </a:r>
                      <a:endParaRPr lang="zh-CN" altLang="en-US" sz="1600" dirty="0"/>
                    </a:p>
                  </a:txBody>
                  <a:tcPr/>
                </a:tc>
                <a:tc>
                  <a:txBody>
                    <a:bodyPr/>
                    <a:lstStyle/>
                    <a:p>
                      <a:r>
                        <a:rPr lang="en-US" altLang="zh-CN" sz="1600" dirty="0"/>
                        <a:t>0.71</a:t>
                      </a:r>
                      <a:endParaRPr lang="zh-CN" altLang="en-US" sz="1600" dirty="0"/>
                    </a:p>
                  </a:txBody>
                  <a:tcPr/>
                </a:tc>
                <a:tc>
                  <a:txBody>
                    <a:bodyPr/>
                    <a:lstStyle/>
                    <a:p>
                      <a:r>
                        <a:rPr lang="en-US" altLang="zh-CN" sz="1600" dirty="0"/>
                        <a:t>0.72</a:t>
                      </a:r>
                      <a:endParaRPr lang="zh-CN" altLang="en-US" sz="1600" dirty="0"/>
                    </a:p>
                  </a:txBody>
                  <a:tcPr/>
                </a:tc>
                <a:tc>
                  <a:txBody>
                    <a:bodyPr/>
                    <a:lstStyle/>
                    <a:p>
                      <a:r>
                        <a:rPr lang="en-US" altLang="zh-CN" sz="1600" dirty="0"/>
                        <a:t>0.97</a:t>
                      </a:r>
                      <a:endParaRPr lang="zh-CN" altLang="en-US" sz="1600" dirty="0"/>
                    </a:p>
                  </a:txBody>
                  <a:tcPr/>
                </a:tc>
                <a:tc>
                  <a:txBody>
                    <a:bodyPr/>
                    <a:lstStyle/>
                    <a:p>
                      <a:r>
                        <a:rPr lang="en-US" altLang="zh-CN" sz="1600" dirty="0"/>
                        <a:t>1.02</a:t>
                      </a:r>
                      <a:endParaRPr lang="zh-CN" altLang="en-US" sz="1600" dirty="0"/>
                    </a:p>
                  </a:txBody>
                  <a:tcPr/>
                </a:tc>
                <a:tc>
                  <a:txBody>
                    <a:bodyPr/>
                    <a:lstStyle/>
                    <a:p>
                      <a:r>
                        <a:rPr lang="en-US" altLang="zh-CN" sz="1600" dirty="0"/>
                        <a:t>1.03</a:t>
                      </a:r>
                      <a:endParaRPr lang="zh-CN" altLang="en-US" sz="1600" dirty="0"/>
                    </a:p>
                  </a:txBody>
                  <a:tcPr/>
                </a:tc>
                <a:tc>
                  <a:txBody>
                    <a:bodyPr/>
                    <a:lstStyle/>
                    <a:p>
                      <a:r>
                        <a:rPr lang="en-US" altLang="zh-CN" sz="1600" dirty="0"/>
                        <a:t>0.56</a:t>
                      </a:r>
                      <a:endParaRPr lang="zh-CN" altLang="en-US" sz="1600" dirty="0"/>
                    </a:p>
                  </a:txBody>
                  <a:tcPr/>
                </a:tc>
                <a:tc>
                  <a:txBody>
                    <a:bodyPr/>
                    <a:lstStyle/>
                    <a:p>
                      <a:r>
                        <a:rPr lang="en-US" altLang="zh-CN" sz="1600" dirty="0"/>
                        <a:t>0.45</a:t>
                      </a:r>
                      <a:endParaRPr lang="zh-CN" altLang="en-US" sz="1600" dirty="0"/>
                    </a:p>
                  </a:txBody>
                  <a:tcPr/>
                </a:tc>
                <a:tc>
                  <a:txBody>
                    <a:bodyPr/>
                    <a:lstStyle/>
                    <a:p>
                      <a:r>
                        <a:rPr lang="en-US" altLang="zh-CN" sz="1600" dirty="0"/>
                        <a:t>0.54</a:t>
                      </a:r>
                      <a:endParaRPr lang="zh-CN" altLang="en-US" sz="1600" dirty="0"/>
                    </a:p>
                  </a:txBody>
                  <a:tcPr/>
                </a:tc>
                <a:tc>
                  <a:txBody>
                    <a:bodyPr/>
                    <a:lstStyle/>
                    <a:p>
                      <a:r>
                        <a:rPr lang="en-US" altLang="zh-CN" sz="1600" dirty="0"/>
                        <a:t>0.62</a:t>
                      </a:r>
                      <a:endParaRPr lang="zh-CN" altLang="en-US" sz="1600" dirty="0"/>
                    </a:p>
                  </a:txBody>
                  <a:tcPr/>
                </a:tc>
                <a:tc>
                  <a:txBody>
                    <a:bodyPr/>
                    <a:lstStyle/>
                    <a:p>
                      <a:r>
                        <a:rPr lang="en-US" altLang="zh-CN" sz="1600" dirty="0"/>
                        <a:t>0.64</a:t>
                      </a:r>
                      <a:endParaRPr lang="zh-CN" altLang="en-US" sz="1600" dirty="0"/>
                    </a:p>
                  </a:txBody>
                  <a:tcPr/>
                </a:tc>
                <a:tc>
                  <a:txBody>
                    <a:bodyPr/>
                    <a:lstStyle/>
                    <a:p>
                      <a:r>
                        <a:rPr lang="en-US" altLang="zh-CN" sz="1600" dirty="0"/>
                        <a:t>0.61</a:t>
                      </a:r>
                      <a:endParaRPr lang="zh-CN" altLang="en-US" sz="1600" dirty="0"/>
                    </a:p>
                  </a:txBody>
                  <a:tcPr/>
                </a:tc>
                <a:extLst>
                  <a:ext uri="{0D108BD9-81ED-4DB2-BD59-A6C34878D82A}">
                    <a16:rowId xmlns:a16="http://schemas.microsoft.com/office/drawing/2014/main" val="1953760762"/>
                  </a:ext>
                </a:extLst>
              </a:tr>
            </a:tbl>
          </a:graphicData>
        </a:graphic>
      </p:graphicFrame>
      <p:graphicFrame>
        <p:nvGraphicFramePr>
          <p:cNvPr id="2" name="Table 1">
            <a:extLst>
              <a:ext uri="{FF2B5EF4-FFF2-40B4-BE49-F238E27FC236}">
                <a16:creationId xmlns:a16="http://schemas.microsoft.com/office/drawing/2014/main" id="{CE6BB6DA-23EA-1902-FBB7-B24F344D66F5}"/>
              </a:ext>
            </a:extLst>
          </p:cNvPr>
          <p:cNvGraphicFramePr>
            <a:graphicFrameLocks noGrp="1"/>
          </p:cNvGraphicFramePr>
          <p:nvPr>
            <p:extLst>
              <p:ext uri="{D42A27DB-BD31-4B8C-83A1-F6EECF244321}">
                <p14:modId xmlns:p14="http://schemas.microsoft.com/office/powerpoint/2010/main" val="2439105210"/>
              </p:ext>
            </p:extLst>
          </p:nvPr>
        </p:nvGraphicFramePr>
        <p:xfrm>
          <a:off x="0" y="4127325"/>
          <a:ext cx="3594971" cy="2784818"/>
        </p:xfrm>
        <a:graphic>
          <a:graphicData uri="http://schemas.openxmlformats.org/drawingml/2006/table">
            <a:tbl>
              <a:tblPr firstRow="1" bandRow="1">
                <a:tableStyleId>{5C22544A-7EE6-4342-B048-85BDC9FD1C3A}</a:tableStyleId>
              </a:tblPr>
              <a:tblGrid>
                <a:gridCol w="982461">
                  <a:extLst>
                    <a:ext uri="{9D8B030D-6E8A-4147-A177-3AD203B41FA5}">
                      <a16:colId xmlns:a16="http://schemas.microsoft.com/office/drawing/2014/main" val="136540553"/>
                    </a:ext>
                  </a:extLst>
                </a:gridCol>
                <a:gridCol w="894608">
                  <a:extLst>
                    <a:ext uri="{9D8B030D-6E8A-4147-A177-3AD203B41FA5}">
                      <a16:colId xmlns:a16="http://schemas.microsoft.com/office/drawing/2014/main" val="1507120868"/>
                    </a:ext>
                  </a:extLst>
                </a:gridCol>
                <a:gridCol w="819159">
                  <a:extLst>
                    <a:ext uri="{9D8B030D-6E8A-4147-A177-3AD203B41FA5}">
                      <a16:colId xmlns:a16="http://schemas.microsoft.com/office/drawing/2014/main" val="1827824802"/>
                    </a:ext>
                  </a:extLst>
                </a:gridCol>
                <a:gridCol w="898743">
                  <a:extLst>
                    <a:ext uri="{9D8B030D-6E8A-4147-A177-3AD203B41FA5}">
                      <a16:colId xmlns:a16="http://schemas.microsoft.com/office/drawing/2014/main" val="1991357987"/>
                    </a:ext>
                  </a:extLst>
                </a:gridCol>
              </a:tblGrid>
              <a:tr h="523729">
                <a:tc>
                  <a:txBody>
                    <a:bodyPr/>
                    <a:lstStyle/>
                    <a:p>
                      <a:endParaRPr lang="zh-CN" altLang="en-US" sz="1600" dirty="0"/>
                    </a:p>
                  </a:txBody>
                  <a:tcPr/>
                </a:tc>
                <a:tc gridSpan="3">
                  <a:txBody>
                    <a:bodyPr/>
                    <a:lstStyle/>
                    <a:p>
                      <a:r>
                        <a:rPr lang="en-US" altLang="zh-CN" sz="1600" dirty="0"/>
                        <a:t>Condition 17</a:t>
                      </a:r>
                      <a:endParaRPr lang="zh-CN" altLang="en-US" sz="1600" dirty="0"/>
                    </a:p>
                  </a:txBody>
                  <a:tcPr/>
                </a:tc>
                <a:tc hMerge="1">
                  <a:txBody>
                    <a:bodyPr/>
                    <a:lstStyle/>
                    <a:p>
                      <a:endParaRPr lang="zh-CN" altLang="en-US" sz="1600" dirty="0"/>
                    </a:p>
                  </a:txBody>
                  <a:tcPr/>
                </a:tc>
                <a:tc hMerge="1">
                  <a:txBody>
                    <a:bodyPr/>
                    <a:lstStyle/>
                    <a:p>
                      <a:endParaRPr lang="zh-CN" altLang="en-US" sz="1600" dirty="0"/>
                    </a:p>
                  </a:txBody>
                  <a:tcPr/>
                </a:tc>
                <a:extLst>
                  <a:ext uri="{0D108BD9-81ED-4DB2-BD59-A6C34878D82A}">
                    <a16:rowId xmlns:a16="http://schemas.microsoft.com/office/drawing/2014/main" val="566341759"/>
                  </a:ext>
                </a:extLst>
              </a:tr>
              <a:tr h="523729">
                <a:tc>
                  <a:txBody>
                    <a:bodyPr/>
                    <a:lstStyle/>
                    <a:p>
                      <a:r>
                        <a:rPr lang="en-US" altLang="zh-CN" sz="1600" dirty="0"/>
                        <a:t>Sample</a:t>
                      </a:r>
                      <a:endParaRPr lang="zh-CN" altLang="en-US" sz="1600" dirty="0"/>
                    </a:p>
                  </a:txBody>
                  <a:tcPr/>
                </a:tc>
                <a:tc>
                  <a:txBody>
                    <a:bodyPr/>
                    <a:lstStyle/>
                    <a:p>
                      <a:r>
                        <a:rPr lang="en-US" altLang="zh-CN" sz="1600" dirty="0"/>
                        <a:t>1</a:t>
                      </a:r>
                      <a:endParaRPr lang="zh-CN" altLang="en-US" sz="1600" dirty="0"/>
                    </a:p>
                  </a:txBody>
                  <a:tcPr/>
                </a:tc>
                <a:tc>
                  <a:txBody>
                    <a:bodyPr/>
                    <a:lstStyle/>
                    <a:p>
                      <a:r>
                        <a:rPr lang="en-US" altLang="zh-CN" sz="1600" dirty="0"/>
                        <a:t>2</a:t>
                      </a:r>
                      <a:endParaRPr lang="zh-CN" altLang="en-US" sz="1600" dirty="0"/>
                    </a:p>
                  </a:txBody>
                  <a:tcPr/>
                </a:tc>
                <a:tc>
                  <a:txBody>
                    <a:bodyPr/>
                    <a:lstStyle/>
                    <a:p>
                      <a:r>
                        <a:rPr lang="en-US" altLang="zh-CN" sz="1600" dirty="0"/>
                        <a:t>3</a:t>
                      </a:r>
                      <a:endParaRPr lang="zh-CN" altLang="en-US" sz="1600" dirty="0"/>
                    </a:p>
                  </a:txBody>
                  <a:tcPr/>
                </a:tc>
                <a:extLst>
                  <a:ext uri="{0D108BD9-81ED-4DB2-BD59-A6C34878D82A}">
                    <a16:rowId xmlns:a16="http://schemas.microsoft.com/office/drawing/2014/main" val="504955106"/>
                  </a:ext>
                </a:extLst>
              </a:tr>
              <a:tr h="574951">
                <a:tc>
                  <a:txBody>
                    <a:bodyPr/>
                    <a:lstStyle/>
                    <a:p>
                      <a:r>
                        <a:rPr lang="en-US" altLang="zh-CN" sz="1600" dirty="0"/>
                        <a:t>Peak position</a:t>
                      </a:r>
                      <a:endParaRPr lang="zh-CN" altLang="en-US" sz="1600" dirty="0"/>
                    </a:p>
                  </a:txBody>
                  <a:tcPr/>
                </a:tc>
                <a:tc>
                  <a:txBody>
                    <a:bodyPr/>
                    <a:lstStyle/>
                    <a:p>
                      <a:r>
                        <a:rPr lang="en-US" altLang="zh-CN" sz="1600" dirty="0"/>
                        <a:t> 30.5</a:t>
                      </a:r>
                    </a:p>
                  </a:txBody>
                  <a:tcPr/>
                </a:tc>
                <a:tc>
                  <a:txBody>
                    <a:bodyPr/>
                    <a:lstStyle/>
                    <a:p>
                      <a:r>
                        <a:rPr lang="en-US" altLang="zh-CN" sz="1600" dirty="0"/>
                        <a:t>30.5</a:t>
                      </a:r>
                      <a:endParaRPr lang="zh-CN" altLang="en-US" sz="1600" dirty="0"/>
                    </a:p>
                  </a:txBody>
                  <a:tcPr/>
                </a:tc>
                <a:tc>
                  <a:txBody>
                    <a:bodyPr/>
                    <a:lstStyle/>
                    <a:p>
                      <a:r>
                        <a:rPr lang="en-US" altLang="zh-CN" sz="1600" dirty="0"/>
                        <a:t>Sample lost</a:t>
                      </a:r>
                      <a:endParaRPr lang="zh-CN" altLang="en-US" sz="1600" dirty="0"/>
                    </a:p>
                  </a:txBody>
                  <a:tcPr/>
                </a:tc>
                <a:extLst>
                  <a:ext uri="{0D108BD9-81ED-4DB2-BD59-A6C34878D82A}">
                    <a16:rowId xmlns:a16="http://schemas.microsoft.com/office/drawing/2014/main" val="3031944543"/>
                  </a:ext>
                </a:extLst>
              </a:tr>
              <a:tr h="523729">
                <a:tc>
                  <a:txBody>
                    <a:bodyPr/>
                    <a:lstStyle/>
                    <a:p>
                      <a:r>
                        <a:rPr lang="en-US" altLang="zh-CN" sz="1600" dirty="0"/>
                        <a:t>Height</a:t>
                      </a:r>
                      <a:endParaRPr lang="zh-CN" altLang="en-US" sz="1600" dirty="0"/>
                    </a:p>
                  </a:txBody>
                  <a:tcPr/>
                </a:tc>
                <a:tc>
                  <a:txBody>
                    <a:bodyPr/>
                    <a:lstStyle/>
                    <a:p>
                      <a:r>
                        <a:rPr lang="en-US" altLang="zh-CN" sz="1600" dirty="0"/>
                        <a:t>9462</a:t>
                      </a:r>
                    </a:p>
                  </a:txBody>
                  <a:tcPr/>
                </a:tc>
                <a:tc>
                  <a:txBody>
                    <a:bodyPr/>
                    <a:lstStyle/>
                    <a:p>
                      <a:r>
                        <a:rPr lang="en-US" altLang="zh-CN" sz="1600" dirty="0"/>
                        <a:t>9657</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t>Sample lost</a:t>
                      </a:r>
                      <a:endParaRPr lang="zh-CN" altLang="en-US" sz="1600" dirty="0"/>
                    </a:p>
                  </a:txBody>
                  <a:tcPr/>
                </a:tc>
                <a:extLst>
                  <a:ext uri="{0D108BD9-81ED-4DB2-BD59-A6C34878D82A}">
                    <a16:rowId xmlns:a16="http://schemas.microsoft.com/office/drawing/2014/main" val="2756839174"/>
                  </a:ext>
                </a:extLst>
              </a:tr>
              <a:tr h="523729">
                <a:tc>
                  <a:txBody>
                    <a:bodyPr/>
                    <a:lstStyle/>
                    <a:p>
                      <a:r>
                        <a:rPr lang="en-US" altLang="zh-CN" sz="1600" dirty="0"/>
                        <a:t>FWHM</a:t>
                      </a:r>
                      <a:endParaRPr lang="zh-CN" altLang="en-US" sz="1600" dirty="0"/>
                    </a:p>
                  </a:txBody>
                  <a:tcPr/>
                </a:tc>
                <a:tc>
                  <a:txBody>
                    <a:bodyPr/>
                    <a:lstStyle/>
                    <a:p>
                      <a:r>
                        <a:rPr lang="en-US" altLang="zh-CN" sz="1600" dirty="0"/>
                        <a:t>0.67</a:t>
                      </a:r>
                      <a:endParaRPr lang="zh-CN" altLang="en-US" sz="1600" dirty="0"/>
                    </a:p>
                  </a:txBody>
                  <a:tcPr/>
                </a:tc>
                <a:tc>
                  <a:txBody>
                    <a:bodyPr/>
                    <a:lstStyle/>
                    <a:p>
                      <a:r>
                        <a:rPr lang="en-US" altLang="zh-CN" sz="1600" dirty="0"/>
                        <a:t>0.65</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t>Sample lost</a:t>
                      </a:r>
                      <a:endParaRPr lang="zh-CN" altLang="en-US" sz="1600" dirty="0"/>
                    </a:p>
                  </a:txBody>
                  <a:tcPr/>
                </a:tc>
                <a:extLst>
                  <a:ext uri="{0D108BD9-81ED-4DB2-BD59-A6C34878D82A}">
                    <a16:rowId xmlns:a16="http://schemas.microsoft.com/office/drawing/2014/main" val="1815571764"/>
                  </a:ext>
                </a:extLst>
              </a:tr>
            </a:tbl>
          </a:graphicData>
        </a:graphic>
      </p:graphicFrame>
      <p:sp>
        <p:nvSpPr>
          <p:cNvPr id="3" name="TextBox 2">
            <a:extLst>
              <a:ext uri="{FF2B5EF4-FFF2-40B4-BE49-F238E27FC236}">
                <a16:creationId xmlns:a16="http://schemas.microsoft.com/office/drawing/2014/main" id="{3DD0C8FD-15C7-9AF3-4643-23C0AFC37824}"/>
              </a:ext>
            </a:extLst>
          </p:cNvPr>
          <p:cNvSpPr txBox="1"/>
          <p:nvPr/>
        </p:nvSpPr>
        <p:spPr>
          <a:xfrm>
            <a:off x="162838" y="87682"/>
            <a:ext cx="4334006" cy="646331"/>
          </a:xfrm>
          <a:prstGeom prst="rect">
            <a:avLst/>
          </a:prstGeom>
          <a:noFill/>
        </p:spPr>
        <p:txBody>
          <a:bodyPr wrap="square" rtlCol="0">
            <a:spAutoFit/>
          </a:bodyPr>
          <a:lstStyle/>
          <a:p>
            <a:r>
              <a:rPr lang="en-US" altLang="zh-CN" sz="3600" b="1" dirty="0"/>
              <a:t>XRD data</a:t>
            </a:r>
            <a:endParaRPr lang="zh-CN" altLang="en-US" sz="3600" b="1" dirty="0"/>
          </a:p>
        </p:txBody>
      </p:sp>
    </p:spTree>
    <p:extLst>
      <p:ext uri="{BB962C8B-B14F-4D97-AF65-F5344CB8AC3E}">
        <p14:creationId xmlns:p14="http://schemas.microsoft.com/office/powerpoint/2010/main" val="4055898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1001565-2FD4-A8F3-8765-9C4EFDE65792}"/>
              </a:ext>
            </a:extLst>
          </p:cNvPr>
          <p:cNvGraphicFramePr>
            <a:graphicFrameLocks noGrp="1"/>
          </p:cNvGraphicFramePr>
          <p:nvPr>
            <p:extLst>
              <p:ext uri="{D42A27DB-BD31-4B8C-83A1-F6EECF244321}">
                <p14:modId xmlns:p14="http://schemas.microsoft.com/office/powerpoint/2010/main" val="4095831877"/>
              </p:ext>
            </p:extLst>
          </p:nvPr>
        </p:nvGraphicFramePr>
        <p:xfrm>
          <a:off x="50104" y="1734944"/>
          <a:ext cx="12192000" cy="4579289"/>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1668178562"/>
                    </a:ext>
                  </a:extLst>
                </a:gridCol>
                <a:gridCol w="762000">
                  <a:extLst>
                    <a:ext uri="{9D8B030D-6E8A-4147-A177-3AD203B41FA5}">
                      <a16:colId xmlns:a16="http://schemas.microsoft.com/office/drawing/2014/main" val="3422068644"/>
                    </a:ext>
                  </a:extLst>
                </a:gridCol>
                <a:gridCol w="762000">
                  <a:extLst>
                    <a:ext uri="{9D8B030D-6E8A-4147-A177-3AD203B41FA5}">
                      <a16:colId xmlns:a16="http://schemas.microsoft.com/office/drawing/2014/main" val="1723506250"/>
                    </a:ext>
                  </a:extLst>
                </a:gridCol>
                <a:gridCol w="762000">
                  <a:extLst>
                    <a:ext uri="{9D8B030D-6E8A-4147-A177-3AD203B41FA5}">
                      <a16:colId xmlns:a16="http://schemas.microsoft.com/office/drawing/2014/main" val="1705486906"/>
                    </a:ext>
                  </a:extLst>
                </a:gridCol>
                <a:gridCol w="762000">
                  <a:extLst>
                    <a:ext uri="{9D8B030D-6E8A-4147-A177-3AD203B41FA5}">
                      <a16:colId xmlns:a16="http://schemas.microsoft.com/office/drawing/2014/main" val="1762773808"/>
                    </a:ext>
                  </a:extLst>
                </a:gridCol>
                <a:gridCol w="762000">
                  <a:extLst>
                    <a:ext uri="{9D8B030D-6E8A-4147-A177-3AD203B41FA5}">
                      <a16:colId xmlns:a16="http://schemas.microsoft.com/office/drawing/2014/main" val="1018351860"/>
                    </a:ext>
                  </a:extLst>
                </a:gridCol>
                <a:gridCol w="762000">
                  <a:extLst>
                    <a:ext uri="{9D8B030D-6E8A-4147-A177-3AD203B41FA5}">
                      <a16:colId xmlns:a16="http://schemas.microsoft.com/office/drawing/2014/main" val="569086730"/>
                    </a:ext>
                  </a:extLst>
                </a:gridCol>
                <a:gridCol w="762000">
                  <a:extLst>
                    <a:ext uri="{9D8B030D-6E8A-4147-A177-3AD203B41FA5}">
                      <a16:colId xmlns:a16="http://schemas.microsoft.com/office/drawing/2014/main" val="2462422321"/>
                    </a:ext>
                  </a:extLst>
                </a:gridCol>
                <a:gridCol w="762000">
                  <a:extLst>
                    <a:ext uri="{9D8B030D-6E8A-4147-A177-3AD203B41FA5}">
                      <a16:colId xmlns:a16="http://schemas.microsoft.com/office/drawing/2014/main" val="2330978052"/>
                    </a:ext>
                  </a:extLst>
                </a:gridCol>
                <a:gridCol w="762000">
                  <a:extLst>
                    <a:ext uri="{9D8B030D-6E8A-4147-A177-3AD203B41FA5}">
                      <a16:colId xmlns:a16="http://schemas.microsoft.com/office/drawing/2014/main" val="2771633718"/>
                    </a:ext>
                  </a:extLst>
                </a:gridCol>
                <a:gridCol w="762000">
                  <a:extLst>
                    <a:ext uri="{9D8B030D-6E8A-4147-A177-3AD203B41FA5}">
                      <a16:colId xmlns:a16="http://schemas.microsoft.com/office/drawing/2014/main" val="71890600"/>
                    </a:ext>
                  </a:extLst>
                </a:gridCol>
                <a:gridCol w="762000">
                  <a:extLst>
                    <a:ext uri="{9D8B030D-6E8A-4147-A177-3AD203B41FA5}">
                      <a16:colId xmlns:a16="http://schemas.microsoft.com/office/drawing/2014/main" val="2075405745"/>
                    </a:ext>
                  </a:extLst>
                </a:gridCol>
                <a:gridCol w="762000">
                  <a:extLst>
                    <a:ext uri="{9D8B030D-6E8A-4147-A177-3AD203B41FA5}">
                      <a16:colId xmlns:a16="http://schemas.microsoft.com/office/drawing/2014/main" val="208290751"/>
                    </a:ext>
                  </a:extLst>
                </a:gridCol>
                <a:gridCol w="762000">
                  <a:extLst>
                    <a:ext uri="{9D8B030D-6E8A-4147-A177-3AD203B41FA5}">
                      <a16:colId xmlns:a16="http://schemas.microsoft.com/office/drawing/2014/main" val="2350499279"/>
                    </a:ext>
                  </a:extLst>
                </a:gridCol>
                <a:gridCol w="762000">
                  <a:extLst>
                    <a:ext uri="{9D8B030D-6E8A-4147-A177-3AD203B41FA5}">
                      <a16:colId xmlns:a16="http://schemas.microsoft.com/office/drawing/2014/main" val="1788094498"/>
                    </a:ext>
                  </a:extLst>
                </a:gridCol>
                <a:gridCol w="762000">
                  <a:extLst>
                    <a:ext uri="{9D8B030D-6E8A-4147-A177-3AD203B41FA5}">
                      <a16:colId xmlns:a16="http://schemas.microsoft.com/office/drawing/2014/main" val="3601214108"/>
                    </a:ext>
                  </a:extLst>
                </a:gridCol>
              </a:tblGrid>
              <a:tr h="645170">
                <a:tc>
                  <a:txBody>
                    <a:bodyPr/>
                    <a:lstStyle/>
                    <a:p>
                      <a:r>
                        <a:rPr lang="en-US" altLang="zh-CN" sz="1600" dirty="0"/>
                        <a:t>Sample</a:t>
                      </a:r>
                      <a:endParaRPr lang="zh-CN" altLang="en-US" sz="1600" dirty="0"/>
                    </a:p>
                  </a:txBody>
                  <a:tcPr/>
                </a:tc>
                <a:tc>
                  <a:txBody>
                    <a:bodyPr/>
                    <a:lstStyle/>
                    <a:p>
                      <a:r>
                        <a:rPr lang="en-US" altLang="zh-CN" sz="1600" dirty="0"/>
                        <a:t>9-1</a:t>
                      </a:r>
                      <a:endParaRPr lang="zh-CN" altLang="en-US" sz="1600" dirty="0"/>
                    </a:p>
                  </a:txBody>
                  <a:tcPr/>
                </a:tc>
                <a:tc>
                  <a:txBody>
                    <a:bodyPr/>
                    <a:lstStyle/>
                    <a:p>
                      <a:r>
                        <a:rPr lang="en-US" altLang="zh-CN" sz="1600" dirty="0"/>
                        <a:t>9-2</a:t>
                      </a:r>
                      <a:endParaRPr lang="zh-CN" altLang="en-US" sz="1600" dirty="0"/>
                    </a:p>
                  </a:txBody>
                  <a:tcPr/>
                </a:tc>
                <a:tc>
                  <a:txBody>
                    <a:bodyPr/>
                    <a:lstStyle/>
                    <a:p>
                      <a:r>
                        <a:rPr lang="en-US" altLang="zh-CN" sz="1600" dirty="0"/>
                        <a:t>9-3</a:t>
                      </a:r>
                      <a:endParaRPr lang="zh-CN" altLang="en-US" sz="1600" dirty="0"/>
                    </a:p>
                  </a:txBody>
                  <a:tcPr/>
                </a:tc>
                <a:tc>
                  <a:txBody>
                    <a:bodyPr/>
                    <a:lstStyle/>
                    <a:p>
                      <a:r>
                        <a:rPr lang="en-US" altLang="zh-CN" sz="1600" dirty="0"/>
                        <a:t>10-1</a:t>
                      </a:r>
                      <a:endParaRPr lang="zh-CN" altLang="en-US" sz="1600" dirty="0"/>
                    </a:p>
                  </a:txBody>
                  <a:tcPr/>
                </a:tc>
                <a:tc>
                  <a:txBody>
                    <a:bodyPr/>
                    <a:lstStyle/>
                    <a:p>
                      <a:r>
                        <a:rPr lang="en-US" altLang="zh-CN" sz="1600" dirty="0"/>
                        <a:t>10-2</a:t>
                      </a:r>
                      <a:endParaRPr lang="zh-CN" altLang="en-US" sz="1600" dirty="0"/>
                    </a:p>
                  </a:txBody>
                  <a:tcPr/>
                </a:tc>
                <a:tc>
                  <a:txBody>
                    <a:bodyPr/>
                    <a:lstStyle/>
                    <a:p>
                      <a:r>
                        <a:rPr lang="en-US" altLang="zh-CN" sz="1600" dirty="0"/>
                        <a:t>10-3</a:t>
                      </a:r>
                      <a:endParaRPr lang="zh-CN" altLang="en-US" sz="1600" dirty="0"/>
                    </a:p>
                  </a:txBody>
                  <a:tcPr/>
                </a:tc>
                <a:tc>
                  <a:txBody>
                    <a:bodyPr/>
                    <a:lstStyle/>
                    <a:p>
                      <a:r>
                        <a:rPr lang="en-US" altLang="zh-CN" sz="1600" dirty="0"/>
                        <a:t>11-1</a:t>
                      </a:r>
                      <a:endParaRPr lang="zh-CN" altLang="en-US" sz="1600" dirty="0"/>
                    </a:p>
                  </a:txBody>
                  <a:tcPr/>
                </a:tc>
                <a:tc>
                  <a:txBody>
                    <a:bodyPr/>
                    <a:lstStyle/>
                    <a:p>
                      <a:r>
                        <a:rPr lang="en-US" altLang="zh-CN" sz="1600" dirty="0"/>
                        <a:t>11-2</a:t>
                      </a:r>
                      <a:endParaRPr lang="zh-CN" altLang="en-US" sz="1600" dirty="0"/>
                    </a:p>
                  </a:txBody>
                  <a:tcPr/>
                </a:tc>
                <a:tc>
                  <a:txBody>
                    <a:bodyPr/>
                    <a:lstStyle/>
                    <a:p>
                      <a:r>
                        <a:rPr lang="en-US" altLang="zh-CN" sz="1600" dirty="0"/>
                        <a:t>11-3</a:t>
                      </a:r>
                      <a:endParaRPr lang="zh-CN" altLang="en-US" sz="1600" dirty="0"/>
                    </a:p>
                  </a:txBody>
                  <a:tcPr/>
                </a:tc>
                <a:tc>
                  <a:txBody>
                    <a:bodyPr/>
                    <a:lstStyle/>
                    <a:p>
                      <a:r>
                        <a:rPr lang="en-US" altLang="zh-CN" sz="1600" dirty="0"/>
                        <a:t>12-1</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12-3</a:t>
                      </a:r>
                      <a:endParaRPr lang="zh-CN" altLang="en-US" sz="1600" dirty="0"/>
                    </a:p>
                  </a:txBody>
                  <a:tcPr/>
                </a:tc>
                <a:tc>
                  <a:txBody>
                    <a:bodyPr/>
                    <a:lstStyle/>
                    <a:p>
                      <a:r>
                        <a:rPr lang="en-US" altLang="zh-CN" sz="1600" dirty="0"/>
                        <a:t>13-1</a:t>
                      </a:r>
                      <a:endParaRPr lang="zh-CN" altLang="en-US" sz="1600" dirty="0"/>
                    </a:p>
                  </a:txBody>
                  <a:tcPr/>
                </a:tc>
                <a:tc>
                  <a:txBody>
                    <a:bodyPr/>
                    <a:lstStyle/>
                    <a:p>
                      <a:r>
                        <a:rPr lang="en-US" altLang="zh-CN" sz="1600" dirty="0"/>
                        <a:t>13-2</a:t>
                      </a:r>
                      <a:endParaRPr lang="zh-CN" altLang="en-US" sz="1600" dirty="0"/>
                    </a:p>
                  </a:txBody>
                  <a:tcPr/>
                </a:tc>
                <a:tc>
                  <a:txBody>
                    <a:bodyPr/>
                    <a:lstStyle/>
                    <a:p>
                      <a:r>
                        <a:rPr lang="en-US" altLang="zh-CN" sz="1600" dirty="0"/>
                        <a:t>13-3</a:t>
                      </a:r>
                      <a:endParaRPr lang="zh-CN" altLang="en-US" sz="1600" dirty="0"/>
                    </a:p>
                  </a:txBody>
                  <a:tcPr/>
                </a:tc>
                <a:extLst>
                  <a:ext uri="{0D108BD9-81ED-4DB2-BD59-A6C34878D82A}">
                    <a16:rowId xmlns:a16="http://schemas.microsoft.com/office/drawing/2014/main" val="4247231374"/>
                  </a:ext>
                </a:extLst>
              </a:tr>
              <a:tr h="708269">
                <a:tc>
                  <a:txBody>
                    <a:bodyPr/>
                    <a:lstStyle/>
                    <a:p>
                      <a:r>
                        <a:rPr lang="en-US" altLang="zh-CN" sz="1600" dirty="0"/>
                        <a:t>In3d</a:t>
                      </a:r>
                      <a:endParaRPr lang="zh-CN" altLang="en-US" sz="1600" dirty="0"/>
                    </a:p>
                  </a:txBody>
                  <a:tcPr/>
                </a:tc>
                <a:tc>
                  <a:txBody>
                    <a:bodyPr/>
                    <a:lstStyle/>
                    <a:p>
                      <a:r>
                        <a:rPr lang="en-US" altLang="zh-CN" sz="1600" dirty="0"/>
                        <a:t>451.5,</a:t>
                      </a:r>
                    </a:p>
                    <a:p>
                      <a:r>
                        <a:rPr lang="en-US" altLang="zh-CN" sz="1600" dirty="0"/>
                        <a:t>443.9</a:t>
                      </a:r>
                      <a:endParaRPr lang="zh-CN" altLang="en-US" sz="1600" dirty="0"/>
                    </a:p>
                  </a:txBody>
                  <a:tcPr/>
                </a:tc>
                <a:tc>
                  <a:txBody>
                    <a:bodyPr/>
                    <a:lstStyle/>
                    <a:p>
                      <a:r>
                        <a:rPr lang="en-US" altLang="zh-CN" sz="1600" dirty="0"/>
                        <a:t>451.9, 444.4</a:t>
                      </a:r>
                      <a:endParaRPr lang="zh-CN" altLang="en-US" sz="1600" dirty="0"/>
                    </a:p>
                  </a:txBody>
                  <a:tcPr/>
                </a:tc>
                <a:tc>
                  <a:txBody>
                    <a:bodyPr/>
                    <a:lstStyle/>
                    <a:p>
                      <a:r>
                        <a:rPr lang="en-US" altLang="zh-CN" sz="1600" dirty="0"/>
                        <a:t>451.7,</a:t>
                      </a:r>
                    </a:p>
                    <a:p>
                      <a:r>
                        <a:rPr lang="en-US" altLang="zh-CN" sz="1600" dirty="0"/>
                        <a:t>444.2</a:t>
                      </a:r>
                      <a:endParaRPr lang="zh-CN" altLang="en-US" sz="1600" dirty="0"/>
                    </a:p>
                  </a:txBody>
                  <a:tcPr/>
                </a:tc>
                <a:tc>
                  <a:txBody>
                    <a:bodyPr/>
                    <a:lstStyle/>
                    <a:p>
                      <a:r>
                        <a:rPr lang="en-US" altLang="zh-CN" sz="1600" dirty="0"/>
                        <a:t>451.4,</a:t>
                      </a:r>
                    </a:p>
                    <a:p>
                      <a:r>
                        <a:rPr lang="en-US" altLang="zh-CN" sz="1600" dirty="0"/>
                        <a:t>443.8</a:t>
                      </a:r>
                      <a:endParaRPr lang="zh-CN" altLang="en-US" sz="1600" dirty="0"/>
                    </a:p>
                  </a:txBody>
                  <a:tcPr/>
                </a:tc>
                <a:tc>
                  <a:txBody>
                    <a:bodyPr/>
                    <a:lstStyle/>
                    <a:p>
                      <a:r>
                        <a:rPr lang="en-US" altLang="zh-CN" sz="1600" dirty="0"/>
                        <a:t>451.4,</a:t>
                      </a:r>
                    </a:p>
                    <a:p>
                      <a:r>
                        <a:rPr lang="en-US" altLang="zh-CN" sz="1600" dirty="0"/>
                        <a:t>444.0</a:t>
                      </a:r>
                      <a:endParaRPr lang="zh-CN" altLang="en-US" sz="1600" dirty="0"/>
                    </a:p>
                  </a:txBody>
                  <a:tcPr/>
                </a:tc>
                <a:tc>
                  <a:txBody>
                    <a:bodyPr/>
                    <a:lstStyle/>
                    <a:p>
                      <a:r>
                        <a:rPr lang="en-US" altLang="zh-CN" sz="1600" dirty="0"/>
                        <a:t>451.4,</a:t>
                      </a:r>
                    </a:p>
                    <a:p>
                      <a:r>
                        <a:rPr lang="en-US" altLang="zh-CN" sz="1600" dirty="0"/>
                        <a:t>443.9</a:t>
                      </a:r>
                      <a:endParaRPr lang="zh-CN" altLang="en-US" sz="1600" dirty="0"/>
                    </a:p>
                  </a:txBody>
                  <a:tcPr/>
                </a:tc>
                <a:tc>
                  <a:txBody>
                    <a:bodyPr/>
                    <a:lstStyle/>
                    <a:p>
                      <a:r>
                        <a:rPr lang="en-US" altLang="zh-CN" sz="1600" dirty="0"/>
                        <a:t>451.7,</a:t>
                      </a:r>
                    </a:p>
                    <a:p>
                      <a:r>
                        <a:rPr lang="en-US" altLang="zh-CN" sz="1600" dirty="0"/>
                        <a:t>444.2</a:t>
                      </a:r>
                      <a:endParaRPr lang="zh-CN" altLang="en-US" sz="1600" dirty="0"/>
                    </a:p>
                  </a:txBody>
                  <a:tcPr/>
                </a:tc>
                <a:tc>
                  <a:txBody>
                    <a:bodyPr/>
                    <a:lstStyle/>
                    <a:p>
                      <a:r>
                        <a:rPr lang="en-US" altLang="zh-CN" sz="1600" dirty="0"/>
                        <a:t>451.7,</a:t>
                      </a:r>
                    </a:p>
                    <a:p>
                      <a:r>
                        <a:rPr lang="en-US" altLang="zh-CN" sz="1600" dirty="0"/>
                        <a:t>444.2</a:t>
                      </a:r>
                      <a:endParaRPr lang="zh-CN" altLang="en-US" sz="1600" dirty="0"/>
                    </a:p>
                  </a:txBody>
                  <a:tcPr/>
                </a:tc>
                <a:tc>
                  <a:txBody>
                    <a:bodyPr/>
                    <a:lstStyle/>
                    <a:p>
                      <a:r>
                        <a:rPr lang="en-US" altLang="zh-CN" sz="1600" dirty="0"/>
                        <a:t>451.6,</a:t>
                      </a:r>
                    </a:p>
                    <a:p>
                      <a:r>
                        <a:rPr lang="en-US" altLang="zh-CN" sz="1600" dirty="0"/>
                        <a:t>444.1</a:t>
                      </a:r>
                      <a:endParaRPr lang="zh-CN" altLang="en-US" sz="1600" dirty="0"/>
                    </a:p>
                  </a:txBody>
                  <a:tcPr/>
                </a:tc>
                <a:tc>
                  <a:txBody>
                    <a:bodyPr/>
                    <a:lstStyle/>
                    <a:p>
                      <a:r>
                        <a:rPr lang="en-US" altLang="zh-CN" sz="1600" dirty="0"/>
                        <a:t>451.6,</a:t>
                      </a:r>
                    </a:p>
                    <a:p>
                      <a:r>
                        <a:rPr lang="en-US" altLang="zh-CN" sz="1600" dirty="0"/>
                        <a:t>444.0</a:t>
                      </a:r>
                      <a:endParaRPr lang="zh-CN" altLang="en-US" sz="1600" dirty="0"/>
                    </a:p>
                  </a:txBody>
                  <a:tcPr/>
                </a:tc>
                <a:tc>
                  <a:txBody>
                    <a:bodyPr/>
                    <a:lstStyle/>
                    <a:p>
                      <a:r>
                        <a:rPr lang="en-US" altLang="zh-CN" sz="1600" dirty="0"/>
                        <a:t>451.8,</a:t>
                      </a:r>
                    </a:p>
                    <a:p>
                      <a:r>
                        <a:rPr lang="en-US" altLang="zh-CN" sz="1600" dirty="0"/>
                        <a:t>444.3</a:t>
                      </a:r>
                      <a:endParaRPr lang="zh-CN" altLang="en-US" sz="1600" dirty="0"/>
                    </a:p>
                  </a:txBody>
                  <a:tcPr/>
                </a:tc>
                <a:tc>
                  <a:txBody>
                    <a:bodyPr/>
                    <a:lstStyle/>
                    <a:p>
                      <a:r>
                        <a:rPr lang="en-US" altLang="zh-CN" sz="1600" dirty="0"/>
                        <a:t>451.7,</a:t>
                      </a:r>
                    </a:p>
                    <a:p>
                      <a:r>
                        <a:rPr lang="en-US" altLang="zh-CN" sz="1600" dirty="0"/>
                        <a:t>444.1</a:t>
                      </a:r>
                      <a:endParaRPr lang="zh-CN" altLang="en-US" sz="1600" dirty="0"/>
                    </a:p>
                  </a:txBody>
                  <a:tcPr/>
                </a:tc>
                <a:tc>
                  <a:txBody>
                    <a:bodyPr/>
                    <a:lstStyle/>
                    <a:p>
                      <a:r>
                        <a:rPr lang="en-US" altLang="zh-CN" sz="1600" dirty="0"/>
                        <a:t>451.4,</a:t>
                      </a:r>
                    </a:p>
                    <a:p>
                      <a:r>
                        <a:rPr lang="en-US" altLang="zh-CN" sz="1600" dirty="0"/>
                        <a:t>443.9</a:t>
                      </a:r>
                      <a:endParaRPr lang="zh-CN" altLang="en-US" sz="1600" dirty="0"/>
                    </a:p>
                  </a:txBody>
                  <a:tcPr/>
                </a:tc>
                <a:tc>
                  <a:txBody>
                    <a:bodyPr/>
                    <a:lstStyle/>
                    <a:p>
                      <a:r>
                        <a:rPr lang="en-US" altLang="zh-CN" sz="1600" dirty="0"/>
                        <a:t>451.3,</a:t>
                      </a:r>
                    </a:p>
                    <a:p>
                      <a:r>
                        <a:rPr lang="en-US" altLang="zh-CN" sz="1600" dirty="0"/>
                        <a:t>443.7</a:t>
                      </a:r>
                      <a:endParaRPr lang="zh-CN" altLang="en-US" sz="1600" dirty="0"/>
                    </a:p>
                  </a:txBody>
                  <a:tcPr/>
                </a:tc>
                <a:tc>
                  <a:txBody>
                    <a:bodyPr/>
                    <a:lstStyle/>
                    <a:p>
                      <a:r>
                        <a:rPr lang="en-US" altLang="zh-CN" sz="1600" dirty="0"/>
                        <a:t>451.4</a:t>
                      </a:r>
                      <a:r>
                        <a:rPr lang="zh-CN" altLang="en-US" sz="1600" dirty="0"/>
                        <a:t>，</a:t>
                      </a:r>
                      <a:endParaRPr lang="en-US" altLang="zh-CN" sz="1600" dirty="0"/>
                    </a:p>
                    <a:p>
                      <a:r>
                        <a:rPr lang="en-US" altLang="zh-CN" sz="1600" dirty="0"/>
                        <a:t>443.8</a:t>
                      </a:r>
                      <a:endParaRPr lang="zh-CN" altLang="en-US" sz="1600" dirty="0"/>
                    </a:p>
                  </a:txBody>
                  <a:tcPr/>
                </a:tc>
                <a:extLst>
                  <a:ext uri="{0D108BD9-81ED-4DB2-BD59-A6C34878D82A}">
                    <a16:rowId xmlns:a16="http://schemas.microsoft.com/office/drawing/2014/main" val="780893018"/>
                  </a:ext>
                </a:extLst>
              </a:tr>
              <a:tr h="645170">
                <a:tc>
                  <a:txBody>
                    <a:bodyPr/>
                    <a:lstStyle/>
                    <a:p>
                      <a:r>
                        <a:rPr lang="en-US" altLang="zh-CN" sz="1600" dirty="0"/>
                        <a:t>O1s</a:t>
                      </a:r>
                      <a:endParaRPr lang="zh-CN" altLang="en-US" sz="1600" dirty="0"/>
                    </a:p>
                  </a:txBody>
                  <a:tcPr/>
                </a:tc>
                <a:tc>
                  <a:txBody>
                    <a:bodyPr/>
                    <a:lstStyle/>
                    <a:p>
                      <a:r>
                        <a:rPr lang="en-US" altLang="zh-CN" sz="1600" dirty="0"/>
                        <a:t>529.4</a:t>
                      </a:r>
                      <a:endParaRPr lang="zh-CN" altLang="en-US" sz="1600" dirty="0"/>
                    </a:p>
                  </a:txBody>
                  <a:tcPr/>
                </a:tc>
                <a:tc>
                  <a:txBody>
                    <a:bodyPr/>
                    <a:lstStyle/>
                    <a:p>
                      <a:r>
                        <a:rPr lang="en-US" altLang="zh-CN" sz="1600" dirty="0"/>
                        <a:t>529.9</a:t>
                      </a:r>
                      <a:endParaRPr lang="zh-CN" altLang="en-US" sz="1600" dirty="0"/>
                    </a:p>
                  </a:txBody>
                  <a:tcPr/>
                </a:tc>
                <a:tc>
                  <a:txBody>
                    <a:bodyPr/>
                    <a:lstStyle/>
                    <a:p>
                      <a:r>
                        <a:rPr lang="en-US" altLang="zh-CN" sz="1600" dirty="0"/>
                        <a:t>529.9</a:t>
                      </a:r>
                      <a:endParaRPr lang="zh-CN" altLang="en-US" sz="1600" dirty="0"/>
                    </a:p>
                  </a:txBody>
                  <a:tcPr/>
                </a:tc>
                <a:tc>
                  <a:txBody>
                    <a:bodyPr/>
                    <a:lstStyle/>
                    <a:p>
                      <a:r>
                        <a:rPr lang="en-US" altLang="zh-CN" sz="1600" dirty="0"/>
                        <a:t>529.4</a:t>
                      </a:r>
                      <a:endParaRPr lang="zh-CN" altLang="en-US" sz="1600" dirty="0"/>
                    </a:p>
                  </a:txBody>
                  <a:tcPr/>
                </a:tc>
                <a:tc>
                  <a:txBody>
                    <a:bodyPr/>
                    <a:lstStyle/>
                    <a:p>
                      <a:r>
                        <a:rPr lang="en-US" altLang="zh-CN" sz="1600" dirty="0"/>
                        <a:t>529.4</a:t>
                      </a:r>
                      <a:endParaRPr lang="zh-CN" altLang="en-US" sz="1600" dirty="0"/>
                    </a:p>
                  </a:txBody>
                  <a:tcPr/>
                </a:tc>
                <a:tc>
                  <a:txBody>
                    <a:bodyPr/>
                    <a:lstStyle/>
                    <a:p>
                      <a:r>
                        <a:rPr lang="en-US" altLang="zh-CN" sz="1600" dirty="0"/>
                        <a:t>529.4</a:t>
                      </a:r>
                      <a:endParaRPr lang="zh-CN" altLang="en-US" sz="1600" dirty="0"/>
                    </a:p>
                  </a:txBody>
                  <a:tcPr/>
                </a:tc>
                <a:tc>
                  <a:txBody>
                    <a:bodyPr/>
                    <a:lstStyle/>
                    <a:p>
                      <a:r>
                        <a:rPr lang="en-US" altLang="zh-CN" sz="1600" dirty="0"/>
                        <a:t>529.8</a:t>
                      </a:r>
                      <a:endParaRPr lang="zh-CN" altLang="en-US" sz="1600" dirty="0"/>
                    </a:p>
                  </a:txBody>
                  <a:tcPr/>
                </a:tc>
                <a:tc>
                  <a:txBody>
                    <a:bodyPr/>
                    <a:lstStyle/>
                    <a:p>
                      <a:r>
                        <a:rPr lang="en-US" altLang="zh-CN" sz="1600" dirty="0"/>
                        <a:t>529.6</a:t>
                      </a:r>
                      <a:endParaRPr lang="zh-CN" altLang="en-US" sz="1600" dirty="0"/>
                    </a:p>
                  </a:txBody>
                  <a:tcPr/>
                </a:tc>
                <a:tc>
                  <a:txBody>
                    <a:bodyPr/>
                    <a:lstStyle/>
                    <a:p>
                      <a:r>
                        <a:rPr lang="en-US" altLang="zh-CN" sz="1600" dirty="0"/>
                        <a:t>529.6</a:t>
                      </a:r>
                      <a:endParaRPr lang="zh-CN" altLang="en-US" sz="1600" dirty="0"/>
                    </a:p>
                  </a:txBody>
                  <a:tcPr/>
                </a:tc>
                <a:tc>
                  <a:txBody>
                    <a:bodyPr/>
                    <a:lstStyle/>
                    <a:p>
                      <a:r>
                        <a:rPr lang="en-US" altLang="zh-CN" sz="1600" dirty="0"/>
                        <a:t>529.5</a:t>
                      </a:r>
                      <a:endParaRPr lang="zh-CN" altLang="en-US" sz="1600" dirty="0"/>
                    </a:p>
                  </a:txBody>
                  <a:tcPr/>
                </a:tc>
                <a:tc>
                  <a:txBody>
                    <a:bodyPr/>
                    <a:lstStyle/>
                    <a:p>
                      <a:r>
                        <a:rPr lang="en-US" altLang="zh-CN" sz="1600" dirty="0"/>
                        <a:t>529.8</a:t>
                      </a:r>
                      <a:endParaRPr lang="zh-CN" altLang="en-US" sz="1600" dirty="0"/>
                    </a:p>
                  </a:txBody>
                  <a:tcPr/>
                </a:tc>
                <a:tc>
                  <a:txBody>
                    <a:bodyPr/>
                    <a:lstStyle/>
                    <a:p>
                      <a:r>
                        <a:rPr lang="en-US" altLang="zh-CN" sz="1600" dirty="0"/>
                        <a:t>529.7</a:t>
                      </a:r>
                      <a:endParaRPr lang="zh-CN" altLang="en-US" sz="1600" dirty="0"/>
                    </a:p>
                  </a:txBody>
                  <a:tcPr/>
                </a:tc>
                <a:tc>
                  <a:txBody>
                    <a:bodyPr/>
                    <a:lstStyle/>
                    <a:p>
                      <a:r>
                        <a:rPr lang="en-US" altLang="zh-CN" sz="1600" dirty="0"/>
                        <a:t>529.4</a:t>
                      </a:r>
                      <a:endParaRPr lang="zh-CN" altLang="en-US" sz="1600" dirty="0"/>
                    </a:p>
                  </a:txBody>
                  <a:tcPr/>
                </a:tc>
                <a:tc>
                  <a:txBody>
                    <a:bodyPr/>
                    <a:lstStyle/>
                    <a:p>
                      <a:r>
                        <a:rPr lang="en-US" altLang="zh-CN" sz="1600" dirty="0"/>
                        <a:t>529.5</a:t>
                      </a:r>
                      <a:endParaRPr lang="zh-CN" altLang="en-US" sz="1600" dirty="0"/>
                    </a:p>
                  </a:txBody>
                  <a:tcPr/>
                </a:tc>
                <a:tc>
                  <a:txBody>
                    <a:bodyPr/>
                    <a:lstStyle/>
                    <a:p>
                      <a:r>
                        <a:rPr lang="en-US" altLang="zh-CN" sz="1600" dirty="0"/>
                        <a:t>529.3</a:t>
                      </a:r>
                      <a:endParaRPr lang="zh-CN" altLang="en-US" sz="1600" dirty="0"/>
                    </a:p>
                  </a:txBody>
                  <a:tcPr/>
                </a:tc>
                <a:extLst>
                  <a:ext uri="{0D108BD9-81ED-4DB2-BD59-A6C34878D82A}">
                    <a16:rowId xmlns:a16="http://schemas.microsoft.com/office/drawing/2014/main" val="2314922272"/>
                  </a:ext>
                </a:extLst>
              </a:tr>
              <a:tr h="645170">
                <a:tc>
                  <a:txBody>
                    <a:bodyPr/>
                    <a:lstStyle/>
                    <a:p>
                      <a:r>
                        <a:rPr lang="en-US" altLang="zh-CN" sz="1600" dirty="0"/>
                        <a:t>Ta4f</a:t>
                      </a:r>
                      <a:endParaRPr lang="zh-CN" altLang="en-US" sz="1600" dirty="0"/>
                    </a:p>
                  </a:txBody>
                  <a:tcPr/>
                </a:tc>
                <a:tc>
                  <a:txBody>
                    <a:bodyPr/>
                    <a:lstStyle/>
                    <a:p>
                      <a:r>
                        <a:rPr lang="en-US" altLang="zh-CN" sz="1600" dirty="0"/>
                        <a:t>Too weak</a:t>
                      </a:r>
                      <a:endParaRPr lang="zh-CN" altLang="en-US" sz="1600" dirty="0"/>
                    </a:p>
                  </a:txBody>
                  <a:tcPr/>
                </a:tc>
                <a:tc>
                  <a:txBody>
                    <a:bodyPr/>
                    <a:lstStyle/>
                    <a:p>
                      <a:r>
                        <a:rPr lang="en-US" altLang="zh-CN" sz="1600" dirty="0"/>
                        <a:t>Too weak</a:t>
                      </a:r>
                      <a:endParaRPr lang="zh-CN" altLang="en-US" sz="1600" dirty="0"/>
                    </a:p>
                  </a:txBody>
                  <a:tcPr/>
                </a:tc>
                <a:tc>
                  <a:txBody>
                    <a:bodyPr/>
                    <a:lstStyle/>
                    <a:p>
                      <a:r>
                        <a:rPr lang="en-US" altLang="zh-CN" sz="1600" dirty="0"/>
                        <a:t>Too weak</a:t>
                      </a:r>
                      <a:endParaRPr lang="zh-CN" altLang="en-US" sz="1600" dirty="0"/>
                    </a:p>
                  </a:txBody>
                  <a:tcPr/>
                </a:tc>
                <a:tc>
                  <a:txBody>
                    <a:bodyPr/>
                    <a:lstStyle/>
                    <a:p>
                      <a:r>
                        <a:rPr lang="en-US" altLang="zh-CN" sz="1600" dirty="0"/>
                        <a:t>27.1</a:t>
                      </a:r>
                    </a:p>
                    <a:p>
                      <a:r>
                        <a:rPr lang="en-US" altLang="zh-CN" sz="1600" dirty="0"/>
                        <a:t>25.3</a:t>
                      </a:r>
                      <a:endParaRPr lang="zh-CN" altLang="en-US" sz="1600" dirty="0"/>
                    </a:p>
                  </a:txBody>
                  <a:tcPr/>
                </a:tc>
                <a:tc>
                  <a:txBody>
                    <a:bodyPr/>
                    <a:lstStyle/>
                    <a:p>
                      <a:r>
                        <a:rPr lang="en-US" altLang="zh-CN" sz="1600" dirty="0"/>
                        <a:t>27.3</a:t>
                      </a:r>
                    </a:p>
                    <a:p>
                      <a:r>
                        <a:rPr lang="en-US" altLang="zh-CN" sz="1600" dirty="0"/>
                        <a:t>25.4</a:t>
                      </a:r>
                      <a:endParaRPr lang="zh-CN" altLang="en-US" sz="1600" dirty="0"/>
                    </a:p>
                  </a:txBody>
                  <a:tcPr/>
                </a:tc>
                <a:tc>
                  <a:txBody>
                    <a:bodyPr/>
                    <a:lstStyle/>
                    <a:p>
                      <a:r>
                        <a:rPr lang="en-US" altLang="zh-CN" sz="1600" dirty="0"/>
                        <a:t>27.3</a:t>
                      </a:r>
                    </a:p>
                    <a:p>
                      <a:r>
                        <a:rPr lang="en-US" altLang="zh-CN" sz="1600" dirty="0"/>
                        <a:t>25.4</a:t>
                      </a:r>
                      <a:endParaRPr lang="zh-CN" altLang="en-US" sz="1600" dirty="0"/>
                    </a:p>
                  </a:txBody>
                  <a:tcPr/>
                </a:tc>
                <a:tc>
                  <a:txBody>
                    <a:bodyPr/>
                    <a:lstStyle/>
                    <a:p>
                      <a:r>
                        <a:rPr lang="en-US" altLang="zh-CN" sz="1600" dirty="0"/>
                        <a:t>Too weak</a:t>
                      </a:r>
                      <a:endParaRPr lang="zh-CN" altLang="en-US" sz="1600" dirty="0"/>
                    </a:p>
                  </a:txBody>
                  <a:tcPr/>
                </a:tc>
                <a:tc>
                  <a:txBody>
                    <a:bodyPr/>
                    <a:lstStyle/>
                    <a:p>
                      <a:r>
                        <a:rPr lang="en-US" altLang="zh-CN" sz="1600" dirty="0"/>
                        <a:t>Too weak</a:t>
                      </a:r>
                      <a:endParaRPr lang="zh-CN" altLang="en-US" sz="1600" dirty="0"/>
                    </a:p>
                  </a:txBody>
                  <a:tcPr/>
                </a:tc>
                <a:tc>
                  <a:txBody>
                    <a:bodyPr/>
                    <a:lstStyle/>
                    <a:p>
                      <a:r>
                        <a:rPr lang="en-US" altLang="zh-CN" sz="1600" dirty="0"/>
                        <a:t>Too weak</a:t>
                      </a:r>
                      <a:endParaRPr lang="zh-CN" altLang="en-US" sz="1600" dirty="0"/>
                    </a:p>
                  </a:txBody>
                  <a:tcPr/>
                </a:tc>
                <a:tc>
                  <a:txBody>
                    <a:bodyPr/>
                    <a:lstStyle/>
                    <a:p>
                      <a:r>
                        <a:rPr lang="en-US" altLang="zh-CN" sz="1600" dirty="0"/>
                        <a:t>27.8</a:t>
                      </a:r>
                    </a:p>
                    <a:p>
                      <a:r>
                        <a:rPr lang="en-US" altLang="zh-CN" sz="1600" dirty="0"/>
                        <a:t>25.8</a:t>
                      </a:r>
                      <a:endParaRPr lang="zh-CN" altLang="en-US" sz="1600" dirty="0"/>
                    </a:p>
                  </a:txBody>
                  <a:tcPr/>
                </a:tc>
                <a:tc>
                  <a:txBody>
                    <a:bodyPr/>
                    <a:lstStyle/>
                    <a:p>
                      <a:r>
                        <a:rPr lang="en-US" altLang="zh-CN" sz="1600" dirty="0"/>
                        <a:t>27.7</a:t>
                      </a:r>
                    </a:p>
                    <a:p>
                      <a:r>
                        <a:rPr lang="en-US" altLang="zh-CN" sz="1600" dirty="0"/>
                        <a:t>25.8</a:t>
                      </a:r>
                      <a:endParaRPr lang="zh-CN" altLang="en-US" sz="1600" dirty="0"/>
                    </a:p>
                  </a:txBody>
                  <a:tcPr/>
                </a:tc>
                <a:tc>
                  <a:txBody>
                    <a:bodyPr/>
                    <a:lstStyle/>
                    <a:p>
                      <a:r>
                        <a:rPr lang="en-US" altLang="zh-CN" sz="1600" dirty="0"/>
                        <a:t>27.6</a:t>
                      </a:r>
                    </a:p>
                    <a:p>
                      <a:r>
                        <a:rPr lang="en-US" altLang="zh-CN" sz="1600" dirty="0"/>
                        <a:t>25.8</a:t>
                      </a:r>
                      <a:endParaRPr lang="zh-CN" altLang="en-US" sz="1600" dirty="0"/>
                    </a:p>
                  </a:txBody>
                  <a:tcPr/>
                </a:tc>
                <a:tc>
                  <a:txBody>
                    <a:bodyPr/>
                    <a:lstStyle/>
                    <a:p>
                      <a:r>
                        <a:rPr lang="en-US" altLang="zh-CN" sz="1600" dirty="0"/>
                        <a:t>Too weak</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Too weak</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Too weak</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txBody>
                  <a:tcPr/>
                </a:tc>
                <a:extLst>
                  <a:ext uri="{0D108BD9-81ED-4DB2-BD59-A6C34878D82A}">
                    <a16:rowId xmlns:a16="http://schemas.microsoft.com/office/drawing/2014/main" val="1953760762"/>
                  </a:ext>
                </a:extLst>
              </a:tr>
              <a:tr h="645170">
                <a:tc>
                  <a:txBody>
                    <a:bodyPr/>
                    <a:lstStyle/>
                    <a:p>
                      <a:r>
                        <a:rPr lang="en-US" altLang="zh-CN" sz="1600" dirty="0"/>
                        <a:t>Area </a:t>
                      </a:r>
                    </a:p>
                    <a:p>
                      <a:r>
                        <a:rPr lang="en-US" altLang="zh-CN" sz="1600" dirty="0"/>
                        <a:t>In3d</a:t>
                      </a:r>
                      <a:endParaRPr lang="zh-CN" altLang="en-US" sz="1600" dirty="0"/>
                    </a:p>
                  </a:txBody>
                  <a:tcPr/>
                </a:tc>
                <a:tc>
                  <a:txBody>
                    <a:bodyPr/>
                    <a:lstStyle/>
                    <a:p>
                      <a:r>
                        <a:rPr lang="en-US" altLang="zh-CN" sz="1600" dirty="0"/>
                        <a:t>27721</a:t>
                      </a:r>
                      <a:endParaRPr lang="zh-CN" altLang="en-US" sz="1600" dirty="0"/>
                    </a:p>
                  </a:txBody>
                  <a:tcPr/>
                </a:tc>
                <a:tc>
                  <a:txBody>
                    <a:bodyPr/>
                    <a:lstStyle/>
                    <a:p>
                      <a:r>
                        <a:rPr lang="en-US" altLang="zh-CN" sz="1600" dirty="0"/>
                        <a:t>28773</a:t>
                      </a:r>
                      <a:endParaRPr lang="zh-CN" altLang="en-US" sz="1600" dirty="0"/>
                    </a:p>
                  </a:txBody>
                  <a:tcPr/>
                </a:tc>
                <a:tc>
                  <a:txBody>
                    <a:bodyPr/>
                    <a:lstStyle/>
                    <a:p>
                      <a:r>
                        <a:rPr lang="en-US" altLang="zh-CN" sz="1600" dirty="0"/>
                        <a:t>26069</a:t>
                      </a:r>
                      <a:endParaRPr lang="zh-CN" altLang="en-US" sz="1600" dirty="0"/>
                    </a:p>
                  </a:txBody>
                  <a:tcPr/>
                </a:tc>
                <a:tc>
                  <a:txBody>
                    <a:bodyPr/>
                    <a:lstStyle/>
                    <a:p>
                      <a:r>
                        <a:rPr lang="en-US" altLang="zh-CN" sz="1600" dirty="0"/>
                        <a:t>26914</a:t>
                      </a:r>
                      <a:endParaRPr lang="zh-CN" altLang="en-US" sz="1600" dirty="0"/>
                    </a:p>
                  </a:txBody>
                  <a:tcPr/>
                </a:tc>
                <a:tc>
                  <a:txBody>
                    <a:bodyPr/>
                    <a:lstStyle/>
                    <a:p>
                      <a:r>
                        <a:rPr lang="en-US" altLang="zh-CN" sz="1600" dirty="0"/>
                        <a:t>27197</a:t>
                      </a:r>
                      <a:endParaRPr lang="zh-CN" altLang="en-US" sz="1600" dirty="0"/>
                    </a:p>
                  </a:txBody>
                  <a:tcPr/>
                </a:tc>
                <a:tc>
                  <a:txBody>
                    <a:bodyPr/>
                    <a:lstStyle/>
                    <a:p>
                      <a:r>
                        <a:rPr lang="en-US" altLang="zh-CN" sz="1600" dirty="0"/>
                        <a:t>25793</a:t>
                      </a:r>
                      <a:endParaRPr lang="zh-CN" altLang="en-US" sz="1600" dirty="0"/>
                    </a:p>
                  </a:txBody>
                  <a:tcPr/>
                </a:tc>
                <a:tc>
                  <a:txBody>
                    <a:bodyPr/>
                    <a:lstStyle/>
                    <a:p>
                      <a:r>
                        <a:rPr lang="en-US" altLang="zh-CN" sz="1600" dirty="0"/>
                        <a:t>29816</a:t>
                      </a:r>
                      <a:endParaRPr lang="zh-CN" altLang="en-US" sz="1600" dirty="0"/>
                    </a:p>
                  </a:txBody>
                  <a:tcPr/>
                </a:tc>
                <a:tc>
                  <a:txBody>
                    <a:bodyPr/>
                    <a:lstStyle/>
                    <a:p>
                      <a:r>
                        <a:rPr lang="en-US" altLang="zh-CN" sz="1600" dirty="0"/>
                        <a:t>31302</a:t>
                      </a:r>
                      <a:endParaRPr lang="zh-CN" altLang="en-US" sz="1600" dirty="0"/>
                    </a:p>
                  </a:txBody>
                  <a:tcPr/>
                </a:tc>
                <a:tc>
                  <a:txBody>
                    <a:bodyPr/>
                    <a:lstStyle/>
                    <a:p>
                      <a:r>
                        <a:rPr lang="en-US" altLang="zh-CN" sz="1600" dirty="0"/>
                        <a:t>30849</a:t>
                      </a:r>
                      <a:endParaRPr lang="zh-CN" altLang="en-US" sz="1600" dirty="0"/>
                    </a:p>
                  </a:txBody>
                  <a:tcPr/>
                </a:tc>
                <a:tc>
                  <a:txBody>
                    <a:bodyPr/>
                    <a:lstStyle/>
                    <a:p>
                      <a:r>
                        <a:rPr lang="en-US" altLang="zh-CN" sz="1600" dirty="0"/>
                        <a:t>27204</a:t>
                      </a:r>
                      <a:endParaRPr lang="zh-CN" altLang="en-US" sz="1600" dirty="0"/>
                    </a:p>
                  </a:txBody>
                  <a:tcPr/>
                </a:tc>
                <a:tc>
                  <a:txBody>
                    <a:bodyPr/>
                    <a:lstStyle/>
                    <a:p>
                      <a:r>
                        <a:rPr lang="en-US" altLang="zh-CN" sz="1600" dirty="0"/>
                        <a:t>26546</a:t>
                      </a:r>
                      <a:endParaRPr lang="zh-CN" altLang="en-US" sz="1600" dirty="0"/>
                    </a:p>
                  </a:txBody>
                  <a:tcPr/>
                </a:tc>
                <a:tc>
                  <a:txBody>
                    <a:bodyPr/>
                    <a:lstStyle/>
                    <a:p>
                      <a:r>
                        <a:rPr lang="en-US" altLang="zh-CN" sz="1600" dirty="0"/>
                        <a:t>27019</a:t>
                      </a:r>
                      <a:endParaRPr lang="zh-CN" altLang="en-US" sz="1600" dirty="0"/>
                    </a:p>
                  </a:txBody>
                  <a:tcPr/>
                </a:tc>
                <a:tc>
                  <a:txBody>
                    <a:bodyPr/>
                    <a:lstStyle/>
                    <a:p>
                      <a:r>
                        <a:rPr lang="en-US" altLang="zh-CN" sz="1600" dirty="0"/>
                        <a:t>28912</a:t>
                      </a:r>
                      <a:endParaRPr lang="zh-CN" altLang="en-US" sz="1600" dirty="0"/>
                    </a:p>
                  </a:txBody>
                  <a:tcPr/>
                </a:tc>
                <a:tc>
                  <a:txBody>
                    <a:bodyPr/>
                    <a:lstStyle/>
                    <a:p>
                      <a:r>
                        <a:rPr lang="en-US" altLang="zh-CN" sz="1600" dirty="0"/>
                        <a:t>30230</a:t>
                      </a:r>
                      <a:endParaRPr lang="zh-CN" altLang="en-US" sz="1600" dirty="0"/>
                    </a:p>
                  </a:txBody>
                  <a:tcPr/>
                </a:tc>
                <a:tc>
                  <a:txBody>
                    <a:bodyPr/>
                    <a:lstStyle/>
                    <a:p>
                      <a:r>
                        <a:rPr lang="en-US" altLang="zh-CN" sz="1600" dirty="0"/>
                        <a:t>29592</a:t>
                      </a:r>
                      <a:endParaRPr lang="zh-CN" altLang="en-US" sz="1600" dirty="0"/>
                    </a:p>
                  </a:txBody>
                  <a:tcPr/>
                </a:tc>
                <a:extLst>
                  <a:ext uri="{0D108BD9-81ED-4DB2-BD59-A6C34878D82A}">
                    <a16:rowId xmlns:a16="http://schemas.microsoft.com/office/drawing/2014/main" val="1667660382"/>
                  </a:ext>
                </a:extLst>
              </a:tr>
              <a:tr h="645170">
                <a:tc>
                  <a:txBody>
                    <a:bodyPr/>
                    <a:lstStyle/>
                    <a:p>
                      <a:r>
                        <a:rPr lang="en-US" altLang="zh-CN" sz="1600" dirty="0"/>
                        <a:t>Area</a:t>
                      </a:r>
                    </a:p>
                    <a:p>
                      <a:r>
                        <a:rPr lang="en-US" altLang="zh-CN" sz="1600" dirty="0"/>
                        <a:t>O1s</a:t>
                      </a:r>
                      <a:endParaRPr lang="zh-CN" altLang="en-US" sz="1600" dirty="0"/>
                    </a:p>
                  </a:txBody>
                  <a:tcPr/>
                </a:tc>
                <a:tc>
                  <a:txBody>
                    <a:bodyPr/>
                    <a:lstStyle/>
                    <a:p>
                      <a:r>
                        <a:rPr lang="en-US" altLang="zh-CN" sz="1600" dirty="0"/>
                        <a:t>4394</a:t>
                      </a:r>
                      <a:endParaRPr lang="zh-CN" altLang="en-US" sz="1600" dirty="0"/>
                    </a:p>
                  </a:txBody>
                  <a:tcPr/>
                </a:tc>
                <a:tc>
                  <a:txBody>
                    <a:bodyPr/>
                    <a:lstStyle/>
                    <a:p>
                      <a:r>
                        <a:rPr lang="en-US" altLang="zh-CN" sz="1600" dirty="0"/>
                        <a:t>3799</a:t>
                      </a:r>
                      <a:endParaRPr lang="zh-CN" altLang="en-US" sz="1600" dirty="0"/>
                    </a:p>
                  </a:txBody>
                  <a:tcPr/>
                </a:tc>
                <a:tc>
                  <a:txBody>
                    <a:bodyPr/>
                    <a:lstStyle/>
                    <a:p>
                      <a:r>
                        <a:rPr lang="en-US" altLang="zh-CN" sz="1600" dirty="0"/>
                        <a:t>4169</a:t>
                      </a:r>
                      <a:endParaRPr lang="zh-CN" altLang="en-US" sz="1600" dirty="0"/>
                    </a:p>
                  </a:txBody>
                  <a:tcPr/>
                </a:tc>
                <a:tc>
                  <a:txBody>
                    <a:bodyPr/>
                    <a:lstStyle/>
                    <a:p>
                      <a:r>
                        <a:rPr lang="en-US" altLang="zh-CN" sz="1600" dirty="0"/>
                        <a:t>3753</a:t>
                      </a:r>
                      <a:endParaRPr lang="zh-CN" altLang="en-US" sz="1600" dirty="0"/>
                    </a:p>
                  </a:txBody>
                  <a:tcPr/>
                </a:tc>
                <a:tc>
                  <a:txBody>
                    <a:bodyPr/>
                    <a:lstStyle/>
                    <a:p>
                      <a:r>
                        <a:rPr lang="en-US" altLang="zh-CN" sz="1600" dirty="0"/>
                        <a:t>3919</a:t>
                      </a:r>
                      <a:endParaRPr lang="zh-CN" altLang="en-US" sz="1600" dirty="0"/>
                    </a:p>
                  </a:txBody>
                  <a:tcPr/>
                </a:tc>
                <a:tc>
                  <a:txBody>
                    <a:bodyPr/>
                    <a:lstStyle/>
                    <a:p>
                      <a:r>
                        <a:rPr lang="en-US" altLang="zh-CN" sz="1600" dirty="0"/>
                        <a:t>3938</a:t>
                      </a:r>
                      <a:endParaRPr lang="zh-CN" altLang="en-US" sz="1600" dirty="0"/>
                    </a:p>
                  </a:txBody>
                  <a:tcPr/>
                </a:tc>
                <a:tc>
                  <a:txBody>
                    <a:bodyPr/>
                    <a:lstStyle/>
                    <a:p>
                      <a:r>
                        <a:rPr lang="en-US" altLang="zh-CN" sz="1600" dirty="0"/>
                        <a:t>3832</a:t>
                      </a:r>
                      <a:endParaRPr lang="zh-CN" altLang="en-US" sz="1600" dirty="0"/>
                    </a:p>
                  </a:txBody>
                  <a:tcPr/>
                </a:tc>
                <a:tc>
                  <a:txBody>
                    <a:bodyPr/>
                    <a:lstStyle/>
                    <a:p>
                      <a:r>
                        <a:rPr lang="en-US" altLang="zh-CN" sz="1600" dirty="0"/>
                        <a:t>4026</a:t>
                      </a:r>
                      <a:endParaRPr lang="zh-CN" altLang="en-US" sz="1600" dirty="0"/>
                    </a:p>
                  </a:txBody>
                  <a:tcPr/>
                </a:tc>
                <a:tc>
                  <a:txBody>
                    <a:bodyPr/>
                    <a:lstStyle/>
                    <a:p>
                      <a:r>
                        <a:rPr lang="en-US" altLang="zh-CN" sz="1600" dirty="0"/>
                        <a:t>3999</a:t>
                      </a:r>
                      <a:endParaRPr lang="zh-CN" altLang="en-US" sz="1600" dirty="0"/>
                    </a:p>
                  </a:txBody>
                  <a:tcPr/>
                </a:tc>
                <a:tc>
                  <a:txBody>
                    <a:bodyPr/>
                    <a:lstStyle/>
                    <a:p>
                      <a:r>
                        <a:rPr lang="en-US" altLang="zh-CN" sz="1600" dirty="0"/>
                        <a:t>3364</a:t>
                      </a:r>
                      <a:endParaRPr lang="zh-CN" altLang="en-US" sz="1600" dirty="0"/>
                    </a:p>
                  </a:txBody>
                  <a:tcPr/>
                </a:tc>
                <a:tc>
                  <a:txBody>
                    <a:bodyPr/>
                    <a:lstStyle/>
                    <a:p>
                      <a:r>
                        <a:rPr lang="en-US" altLang="zh-CN" sz="1600" dirty="0"/>
                        <a:t>4204</a:t>
                      </a:r>
                      <a:endParaRPr lang="zh-CN" altLang="en-US" sz="1600" dirty="0"/>
                    </a:p>
                  </a:txBody>
                  <a:tcPr/>
                </a:tc>
                <a:tc>
                  <a:txBody>
                    <a:bodyPr/>
                    <a:lstStyle/>
                    <a:p>
                      <a:r>
                        <a:rPr lang="en-US" altLang="zh-CN" sz="1600" dirty="0"/>
                        <a:t>4183</a:t>
                      </a:r>
                      <a:endParaRPr lang="zh-CN" altLang="en-US" sz="1600" dirty="0"/>
                    </a:p>
                  </a:txBody>
                  <a:tcPr/>
                </a:tc>
                <a:tc>
                  <a:txBody>
                    <a:bodyPr/>
                    <a:lstStyle/>
                    <a:p>
                      <a:r>
                        <a:rPr lang="en-US" altLang="zh-CN" sz="1600" dirty="0"/>
                        <a:t>3866</a:t>
                      </a:r>
                      <a:endParaRPr lang="zh-CN" altLang="en-US" sz="1600" dirty="0"/>
                    </a:p>
                  </a:txBody>
                  <a:tcPr/>
                </a:tc>
                <a:tc>
                  <a:txBody>
                    <a:bodyPr/>
                    <a:lstStyle/>
                    <a:p>
                      <a:r>
                        <a:rPr lang="en-US" altLang="zh-CN" sz="1600" dirty="0"/>
                        <a:t>4129</a:t>
                      </a:r>
                      <a:endParaRPr lang="zh-CN" altLang="en-US" sz="1600" dirty="0"/>
                    </a:p>
                  </a:txBody>
                  <a:tcPr/>
                </a:tc>
                <a:tc>
                  <a:txBody>
                    <a:bodyPr/>
                    <a:lstStyle/>
                    <a:p>
                      <a:r>
                        <a:rPr lang="en-US" altLang="zh-CN" sz="1600" dirty="0"/>
                        <a:t>4254</a:t>
                      </a:r>
                      <a:endParaRPr lang="zh-CN" altLang="en-US" sz="1600" dirty="0"/>
                    </a:p>
                  </a:txBody>
                  <a:tcPr/>
                </a:tc>
                <a:extLst>
                  <a:ext uri="{0D108BD9-81ED-4DB2-BD59-A6C34878D82A}">
                    <a16:rowId xmlns:a16="http://schemas.microsoft.com/office/drawing/2014/main" val="127856452"/>
                  </a:ext>
                </a:extLst>
              </a:tr>
              <a:tr h="645170">
                <a:tc>
                  <a:txBody>
                    <a:bodyPr/>
                    <a:lstStyle/>
                    <a:p>
                      <a:r>
                        <a:rPr lang="en-US" altLang="zh-CN" sz="1600" dirty="0"/>
                        <a:t>Area</a:t>
                      </a:r>
                    </a:p>
                    <a:p>
                      <a:r>
                        <a:rPr lang="en-US" altLang="zh-CN" sz="1600" dirty="0"/>
                        <a:t>Ta4f</a:t>
                      </a:r>
                      <a:endParaRPr lang="zh-CN" altLang="en-US" sz="1600" dirty="0"/>
                    </a:p>
                  </a:txBody>
                  <a:tcPr/>
                </a:tc>
                <a:tc>
                  <a:txBody>
                    <a:bodyPr/>
                    <a:lstStyle/>
                    <a:p>
                      <a:r>
                        <a:rPr lang="en-US" altLang="zh-CN" sz="1600" dirty="0"/>
                        <a:t>Too low</a:t>
                      </a:r>
                      <a:endParaRPr lang="zh-CN" altLang="en-US" sz="1600" dirty="0"/>
                    </a:p>
                  </a:txBody>
                  <a:tcPr/>
                </a:tc>
                <a:tc>
                  <a:txBody>
                    <a:bodyPr/>
                    <a:lstStyle/>
                    <a:p>
                      <a:r>
                        <a:rPr lang="en-US" altLang="zh-CN" sz="1600" dirty="0"/>
                        <a:t>Too low</a:t>
                      </a:r>
                      <a:endParaRPr lang="zh-CN" altLang="en-US" sz="1600" dirty="0"/>
                    </a:p>
                  </a:txBody>
                  <a:tcPr/>
                </a:tc>
                <a:tc>
                  <a:txBody>
                    <a:bodyPr/>
                    <a:lstStyle/>
                    <a:p>
                      <a:r>
                        <a:rPr lang="en-US" altLang="zh-CN" sz="1600" dirty="0"/>
                        <a:t>Too low</a:t>
                      </a:r>
                      <a:endParaRPr lang="zh-CN" altLang="en-US" sz="1600" dirty="0"/>
                    </a:p>
                  </a:txBody>
                  <a:tcPr/>
                </a:tc>
                <a:tc>
                  <a:txBody>
                    <a:bodyPr/>
                    <a:lstStyle/>
                    <a:p>
                      <a:r>
                        <a:rPr lang="en-US" altLang="zh-CN" sz="1600" dirty="0"/>
                        <a:t>681</a:t>
                      </a:r>
                      <a:endParaRPr lang="zh-CN" altLang="en-US" sz="1600" dirty="0"/>
                    </a:p>
                  </a:txBody>
                  <a:tcPr/>
                </a:tc>
                <a:tc>
                  <a:txBody>
                    <a:bodyPr/>
                    <a:lstStyle/>
                    <a:p>
                      <a:r>
                        <a:rPr lang="en-US" altLang="zh-CN" sz="1600" dirty="0"/>
                        <a:t>635</a:t>
                      </a:r>
                      <a:endParaRPr lang="zh-CN" altLang="en-US" sz="1600" dirty="0"/>
                    </a:p>
                  </a:txBody>
                  <a:tcPr/>
                </a:tc>
                <a:tc>
                  <a:txBody>
                    <a:bodyPr/>
                    <a:lstStyle/>
                    <a:p>
                      <a:r>
                        <a:rPr lang="en-US" altLang="zh-CN" sz="1600" dirty="0"/>
                        <a:t>699</a:t>
                      </a:r>
                      <a:endParaRPr lang="zh-CN" altLang="en-US" sz="1600" dirty="0"/>
                    </a:p>
                  </a:txBody>
                  <a:tcPr/>
                </a:tc>
                <a:tc>
                  <a:txBody>
                    <a:bodyPr/>
                    <a:lstStyle/>
                    <a:p>
                      <a:r>
                        <a:rPr lang="en-US" altLang="zh-CN" sz="1600" dirty="0"/>
                        <a:t>Too low</a:t>
                      </a:r>
                      <a:endParaRPr lang="zh-CN" altLang="en-US" sz="1600" dirty="0"/>
                    </a:p>
                  </a:txBody>
                  <a:tcPr/>
                </a:tc>
                <a:tc>
                  <a:txBody>
                    <a:bodyPr/>
                    <a:lstStyle/>
                    <a:p>
                      <a:r>
                        <a:rPr lang="en-US" altLang="zh-CN" sz="1600" dirty="0"/>
                        <a:t>Too low</a:t>
                      </a:r>
                      <a:endParaRPr lang="zh-CN" altLang="en-US" sz="1600" dirty="0"/>
                    </a:p>
                  </a:txBody>
                  <a:tcPr/>
                </a:tc>
                <a:tc>
                  <a:txBody>
                    <a:bodyPr/>
                    <a:lstStyle/>
                    <a:p>
                      <a:r>
                        <a:rPr lang="en-US" altLang="zh-CN" sz="1600" dirty="0"/>
                        <a:t>Too low</a:t>
                      </a:r>
                      <a:endParaRPr lang="zh-CN" altLang="en-US" sz="1600" dirty="0"/>
                    </a:p>
                  </a:txBody>
                  <a:tcPr/>
                </a:tc>
                <a:tc>
                  <a:txBody>
                    <a:bodyPr/>
                    <a:lstStyle/>
                    <a:p>
                      <a:r>
                        <a:rPr lang="en-US" altLang="zh-CN" sz="1600" dirty="0"/>
                        <a:t>251</a:t>
                      </a:r>
                      <a:endParaRPr lang="zh-CN" altLang="en-US" sz="1600" dirty="0"/>
                    </a:p>
                  </a:txBody>
                  <a:tcPr/>
                </a:tc>
                <a:tc>
                  <a:txBody>
                    <a:bodyPr/>
                    <a:lstStyle/>
                    <a:p>
                      <a:r>
                        <a:rPr lang="en-US" altLang="zh-CN" sz="1600" dirty="0"/>
                        <a:t>245</a:t>
                      </a:r>
                      <a:endParaRPr lang="zh-CN" altLang="en-US" sz="1600" dirty="0"/>
                    </a:p>
                  </a:txBody>
                  <a:tcPr/>
                </a:tc>
                <a:tc>
                  <a:txBody>
                    <a:bodyPr/>
                    <a:lstStyle/>
                    <a:p>
                      <a:r>
                        <a:rPr lang="en-US" altLang="zh-CN" sz="1600" dirty="0"/>
                        <a:t>270</a:t>
                      </a:r>
                      <a:endParaRPr lang="zh-CN" altLang="en-US" sz="1600" dirty="0"/>
                    </a:p>
                  </a:txBody>
                  <a:tcPr/>
                </a:tc>
                <a:tc>
                  <a:txBody>
                    <a:bodyPr/>
                    <a:lstStyle/>
                    <a:p>
                      <a:r>
                        <a:rPr lang="en-US" altLang="zh-CN" sz="1600" dirty="0"/>
                        <a:t>Too low</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Too low</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Too low</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txBody>
                  <a:tcPr/>
                </a:tc>
                <a:extLst>
                  <a:ext uri="{0D108BD9-81ED-4DB2-BD59-A6C34878D82A}">
                    <a16:rowId xmlns:a16="http://schemas.microsoft.com/office/drawing/2014/main" val="870817072"/>
                  </a:ext>
                </a:extLst>
              </a:tr>
            </a:tbl>
          </a:graphicData>
        </a:graphic>
      </p:graphicFrame>
      <p:sp>
        <p:nvSpPr>
          <p:cNvPr id="2" name="TextBox 1">
            <a:extLst>
              <a:ext uri="{FF2B5EF4-FFF2-40B4-BE49-F238E27FC236}">
                <a16:creationId xmlns:a16="http://schemas.microsoft.com/office/drawing/2014/main" id="{FB7546D9-6286-27A9-D5E4-7E381EA5E085}"/>
              </a:ext>
            </a:extLst>
          </p:cNvPr>
          <p:cNvSpPr txBox="1"/>
          <p:nvPr/>
        </p:nvSpPr>
        <p:spPr>
          <a:xfrm>
            <a:off x="645090" y="538619"/>
            <a:ext cx="4334006" cy="646331"/>
          </a:xfrm>
          <a:prstGeom prst="rect">
            <a:avLst/>
          </a:prstGeom>
          <a:noFill/>
        </p:spPr>
        <p:txBody>
          <a:bodyPr wrap="square" rtlCol="0">
            <a:spAutoFit/>
          </a:bodyPr>
          <a:lstStyle/>
          <a:p>
            <a:r>
              <a:rPr lang="en-US" altLang="zh-CN" sz="3600" b="1" dirty="0"/>
              <a:t>XPS data</a:t>
            </a:r>
            <a:endParaRPr lang="zh-CN" altLang="en-US" sz="3600" b="1" dirty="0"/>
          </a:p>
        </p:txBody>
      </p:sp>
    </p:spTree>
    <p:extLst>
      <p:ext uri="{BB962C8B-B14F-4D97-AF65-F5344CB8AC3E}">
        <p14:creationId xmlns:p14="http://schemas.microsoft.com/office/powerpoint/2010/main" val="1542295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87FC3-37F8-0A80-25BC-95C711141CDE}"/>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E73FC89-1E04-F891-C815-4FC906F1E043}"/>
              </a:ext>
            </a:extLst>
          </p:cNvPr>
          <p:cNvGraphicFramePr>
            <a:graphicFrameLocks noGrp="1"/>
          </p:cNvGraphicFramePr>
          <p:nvPr>
            <p:extLst>
              <p:ext uri="{D42A27DB-BD31-4B8C-83A1-F6EECF244321}">
                <p14:modId xmlns:p14="http://schemas.microsoft.com/office/powerpoint/2010/main" val="2978352572"/>
              </p:ext>
            </p:extLst>
          </p:nvPr>
        </p:nvGraphicFramePr>
        <p:xfrm>
          <a:off x="620038" y="1415530"/>
          <a:ext cx="9906000" cy="4579289"/>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1668178562"/>
                    </a:ext>
                  </a:extLst>
                </a:gridCol>
                <a:gridCol w="762000">
                  <a:extLst>
                    <a:ext uri="{9D8B030D-6E8A-4147-A177-3AD203B41FA5}">
                      <a16:colId xmlns:a16="http://schemas.microsoft.com/office/drawing/2014/main" val="3422068644"/>
                    </a:ext>
                  </a:extLst>
                </a:gridCol>
                <a:gridCol w="762000">
                  <a:extLst>
                    <a:ext uri="{9D8B030D-6E8A-4147-A177-3AD203B41FA5}">
                      <a16:colId xmlns:a16="http://schemas.microsoft.com/office/drawing/2014/main" val="1723506250"/>
                    </a:ext>
                  </a:extLst>
                </a:gridCol>
                <a:gridCol w="762000">
                  <a:extLst>
                    <a:ext uri="{9D8B030D-6E8A-4147-A177-3AD203B41FA5}">
                      <a16:colId xmlns:a16="http://schemas.microsoft.com/office/drawing/2014/main" val="1705486906"/>
                    </a:ext>
                  </a:extLst>
                </a:gridCol>
                <a:gridCol w="762000">
                  <a:extLst>
                    <a:ext uri="{9D8B030D-6E8A-4147-A177-3AD203B41FA5}">
                      <a16:colId xmlns:a16="http://schemas.microsoft.com/office/drawing/2014/main" val="1762773808"/>
                    </a:ext>
                  </a:extLst>
                </a:gridCol>
                <a:gridCol w="762000">
                  <a:extLst>
                    <a:ext uri="{9D8B030D-6E8A-4147-A177-3AD203B41FA5}">
                      <a16:colId xmlns:a16="http://schemas.microsoft.com/office/drawing/2014/main" val="1018351860"/>
                    </a:ext>
                  </a:extLst>
                </a:gridCol>
                <a:gridCol w="762000">
                  <a:extLst>
                    <a:ext uri="{9D8B030D-6E8A-4147-A177-3AD203B41FA5}">
                      <a16:colId xmlns:a16="http://schemas.microsoft.com/office/drawing/2014/main" val="569086730"/>
                    </a:ext>
                  </a:extLst>
                </a:gridCol>
                <a:gridCol w="762000">
                  <a:extLst>
                    <a:ext uri="{9D8B030D-6E8A-4147-A177-3AD203B41FA5}">
                      <a16:colId xmlns:a16="http://schemas.microsoft.com/office/drawing/2014/main" val="2462422321"/>
                    </a:ext>
                  </a:extLst>
                </a:gridCol>
                <a:gridCol w="762000">
                  <a:extLst>
                    <a:ext uri="{9D8B030D-6E8A-4147-A177-3AD203B41FA5}">
                      <a16:colId xmlns:a16="http://schemas.microsoft.com/office/drawing/2014/main" val="2330978052"/>
                    </a:ext>
                  </a:extLst>
                </a:gridCol>
                <a:gridCol w="762000">
                  <a:extLst>
                    <a:ext uri="{9D8B030D-6E8A-4147-A177-3AD203B41FA5}">
                      <a16:colId xmlns:a16="http://schemas.microsoft.com/office/drawing/2014/main" val="2771633718"/>
                    </a:ext>
                  </a:extLst>
                </a:gridCol>
                <a:gridCol w="762000">
                  <a:extLst>
                    <a:ext uri="{9D8B030D-6E8A-4147-A177-3AD203B41FA5}">
                      <a16:colId xmlns:a16="http://schemas.microsoft.com/office/drawing/2014/main" val="71890600"/>
                    </a:ext>
                  </a:extLst>
                </a:gridCol>
                <a:gridCol w="762000">
                  <a:extLst>
                    <a:ext uri="{9D8B030D-6E8A-4147-A177-3AD203B41FA5}">
                      <a16:colId xmlns:a16="http://schemas.microsoft.com/office/drawing/2014/main" val="2075405745"/>
                    </a:ext>
                  </a:extLst>
                </a:gridCol>
                <a:gridCol w="762000">
                  <a:extLst>
                    <a:ext uri="{9D8B030D-6E8A-4147-A177-3AD203B41FA5}">
                      <a16:colId xmlns:a16="http://schemas.microsoft.com/office/drawing/2014/main" val="208290751"/>
                    </a:ext>
                  </a:extLst>
                </a:gridCol>
              </a:tblGrid>
              <a:tr h="645170">
                <a:tc>
                  <a:txBody>
                    <a:bodyPr/>
                    <a:lstStyle/>
                    <a:p>
                      <a:r>
                        <a:rPr lang="en-US" altLang="zh-CN" sz="1600" dirty="0"/>
                        <a:t>Sample</a:t>
                      </a:r>
                      <a:endParaRPr lang="zh-CN" altLang="en-US" sz="1600" dirty="0"/>
                    </a:p>
                  </a:txBody>
                  <a:tcPr/>
                </a:tc>
                <a:tc>
                  <a:txBody>
                    <a:bodyPr/>
                    <a:lstStyle/>
                    <a:p>
                      <a:r>
                        <a:rPr lang="en-US" altLang="zh-CN" sz="1600" dirty="0"/>
                        <a:t>14-1</a:t>
                      </a:r>
                      <a:endParaRPr lang="zh-CN" altLang="en-US" sz="1600" dirty="0"/>
                    </a:p>
                  </a:txBody>
                  <a:tcPr/>
                </a:tc>
                <a:tc>
                  <a:txBody>
                    <a:bodyPr/>
                    <a:lstStyle/>
                    <a:p>
                      <a:r>
                        <a:rPr lang="en-US" altLang="zh-CN" sz="1600" dirty="0"/>
                        <a:t>14-2</a:t>
                      </a:r>
                      <a:endParaRPr lang="zh-CN" altLang="en-US" sz="1600" dirty="0"/>
                    </a:p>
                  </a:txBody>
                  <a:tcPr/>
                </a:tc>
                <a:tc>
                  <a:txBody>
                    <a:bodyPr/>
                    <a:lstStyle/>
                    <a:p>
                      <a:r>
                        <a:rPr lang="en-US" altLang="zh-CN" sz="1600" dirty="0"/>
                        <a:t>14-3</a:t>
                      </a:r>
                      <a:endParaRPr lang="zh-CN" altLang="en-US" sz="1600" dirty="0"/>
                    </a:p>
                  </a:txBody>
                  <a:tcPr/>
                </a:tc>
                <a:tc>
                  <a:txBody>
                    <a:bodyPr/>
                    <a:lstStyle/>
                    <a:p>
                      <a:r>
                        <a:rPr lang="en-US" altLang="zh-CN" sz="1600" dirty="0"/>
                        <a:t>15-1</a:t>
                      </a:r>
                      <a:endParaRPr lang="zh-CN" altLang="en-US" sz="1600" dirty="0"/>
                    </a:p>
                  </a:txBody>
                  <a:tcPr/>
                </a:tc>
                <a:tc>
                  <a:txBody>
                    <a:bodyPr/>
                    <a:lstStyle/>
                    <a:p>
                      <a:r>
                        <a:rPr lang="en-US" altLang="zh-CN" sz="1600" dirty="0"/>
                        <a:t>15-2</a:t>
                      </a:r>
                      <a:endParaRPr lang="zh-CN" altLang="en-US" sz="1600" dirty="0"/>
                    </a:p>
                  </a:txBody>
                  <a:tcPr/>
                </a:tc>
                <a:tc>
                  <a:txBody>
                    <a:bodyPr/>
                    <a:lstStyle/>
                    <a:p>
                      <a:r>
                        <a:rPr lang="en-US" altLang="zh-CN" sz="1600" dirty="0"/>
                        <a:t>15-3</a:t>
                      </a:r>
                      <a:endParaRPr lang="zh-CN" altLang="en-US" sz="1600" dirty="0"/>
                    </a:p>
                  </a:txBody>
                  <a:tcPr/>
                </a:tc>
                <a:tc>
                  <a:txBody>
                    <a:bodyPr/>
                    <a:lstStyle/>
                    <a:p>
                      <a:r>
                        <a:rPr lang="en-US" altLang="zh-CN" sz="1600" dirty="0"/>
                        <a:t>16-1</a:t>
                      </a:r>
                      <a:endParaRPr lang="zh-CN" altLang="en-US" sz="1600" dirty="0"/>
                    </a:p>
                  </a:txBody>
                  <a:tcPr/>
                </a:tc>
                <a:tc>
                  <a:txBody>
                    <a:bodyPr/>
                    <a:lstStyle/>
                    <a:p>
                      <a:r>
                        <a:rPr lang="en-US" altLang="zh-CN" sz="1600" dirty="0"/>
                        <a:t>16-2</a:t>
                      </a:r>
                      <a:endParaRPr lang="zh-CN" altLang="en-US" sz="1600" dirty="0"/>
                    </a:p>
                  </a:txBody>
                  <a:tcPr/>
                </a:tc>
                <a:tc>
                  <a:txBody>
                    <a:bodyPr/>
                    <a:lstStyle/>
                    <a:p>
                      <a:r>
                        <a:rPr lang="en-US" altLang="zh-CN" sz="1600" dirty="0"/>
                        <a:t>16-3</a:t>
                      </a:r>
                      <a:endParaRPr lang="zh-CN" altLang="en-US" sz="1600" dirty="0"/>
                    </a:p>
                  </a:txBody>
                  <a:tcPr/>
                </a:tc>
                <a:tc>
                  <a:txBody>
                    <a:bodyPr/>
                    <a:lstStyle/>
                    <a:p>
                      <a:r>
                        <a:rPr lang="en-US" altLang="zh-CN" sz="1600" dirty="0"/>
                        <a:t>17-1</a:t>
                      </a:r>
                      <a:endParaRPr lang="zh-CN" altLang="en-US" sz="1600" dirty="0"/>
                    </a:p>
                  </a:txBody>
                  <a:tcPr/>
                </a:tc>
                <a:tc>
                  <a:txBody>
                    <a:bodyPr/>
                    <a:lstStyle/>
                    <a:p>
                      <a:r>
                        <a:rPr lang="en-US" altLang="zh-CN" sz="1600" dirty="0"/>
                        <a:t>17-2</a:t>
                      </a:r>
                      <a:endParaRPr lang="zh-CN" altLang="en-US" sz="1600" dirty="0"/>
                    </a:p>
                  </a:txBody>
                  <a:tcPr/>
                </a:tc>
                <a:tc>
                  <a:txBody>
                    <a:bodyPr/>
                    <a:lstStyle/>
                    <a:p>
                      <a:r>
                        <a:rPr lang="en-US" altLang="zh-CN" sz="1600" dirty="0"/>
                        <a:t>17-3</a:t>
                      </a:r>
                      <a:endParaRPr lang="zh-CN" altLang="en-US" sz="1600" dirty="0"/>
                    </a:p>
                  </a:txBody>
                  <a:tcPr/>
                </a:tc>
                <a:extLst>
                  <a:ext uri="{0D108BD9-81ED-4DB2-BD59-A6C34878D82A}">
                    <a16:rowId xmlns:a16="http://schemas.microsoft.com/office/drawing/2014/main" val="4247231374"/>
                  </a:ext>
                </a:extLst>
              </a:tr>
              <a:tr h="708269">
                <a:tc>
                  <a:txBody>
                    <a:bodyPr/>
                    <a:lstStyle/>
                    <a:p>
                      <a:r>
                        <a:rPr lang="en-US" altLang="zh-CN" sz="1600" dirty="0"/>
                        <a:t>In3d</a:t>
                      </a:r>
                      <a:endParaRPr lang="zh-CN" altLang="en-US" sz="1600" dirty="0"/>
                    </a:p>
                  </a:txBody>
                  <a:tcPr/>
                </a:tc>
                <a:tc>
                  <a:txBody>
                    <a:bodyPr/>
                    <a:lstStyle/>
                    <a:p>
                      <a:r>
                        <a:rPr lang="en-US" altLang="zh-CN" sz="1600" dirty="0"/>
                        <a:t>451.4,</a:t>
                      </a:r>
                    </a:p>
                    <a:p>
                      <a:r>
                        <a:rPr lang="en-US" altLang="zh-CN" sz="1600" dirty="0"/>
                        <a:t>443.8</a:t>
                      </a:r>
                      <a:endParaRPr lang="zh-CN" altLang="en-US" sz="1600" dirty="0"/>
                    </a:p>
                  </a:txBody>
                  <a:tcPr/>
                </a:tc>
                <a:tc>
                  <a:txBody>
                    <a:bodyPr/>
                    <a:lstStyle/>
                    <a:p>
                      <a:r>
                        <a:rPr lang="en-US" altLang="zh-CN" sz="1600" dirty="0"/>
                        <a:t>451.4, 443.9</a:t>
                      </a:r>
                      <a:endParaRPr lang="zh-CN" altLang="en-US" sz="1600" dirty="0"/>
                    </a:p>
                  </a:txBody>
                  <a:tcPr/>
                </a:tc>
                <a:tc>
                  <a:txBody>
                    <a:bodyPr/>
                    <a:lstStyle/>
                    <a:p>
                      <a:r>
                        <a:rPr lang="en-US" altLang="zh-CN" sz="1600" dirty="0"/>
                        <a:t>451.4,</a:t>
                      </a:r>
                    </a:p>
                    <a:p>
                      <a:r>
                        <a:rPr lang="en-US" altLang="zh-CN" sz="1600" dirty="0"/>
                        <a:t>444.0</a:t>
                      </a:r>
                      <a:endParaRPr lang="zh-CN" altLang="en-US" sz="1600" dirty="0"/>
                    </a:p>
                  </a:txBody>
                  <a:tcPr/>
                </a:tc>
                <a:tc>
                  <a:txBody>
                    <a:bodyPr/>
                    <a:lstStyle/>
                    <a:p>
                      <a:r>
                        <a:rPr lang="en-US" altLang="zh-CN" sz="1600" dirty="0"/>
                        <a:t>451.7,</a:t>
                      </a:r>
                    </a:p>
                    <a:p>
                      <a:r>
                        <a:rPr lang="en-US" altLang="zh-CN" sz="1600" dirty="0"/>
                        <a:t>444.2</a:t>
                      </a:r>
                      <a:endParaRPr lang="zh-CN" altLang="en-US" sz="1600" dirty="0"/>
                    </a:p>
                  </a:txBody>
                  <a:tcPr/>
                </a:tc>
                <a:tc>
                  <a:txBody>
                    <a:bodyPr/>
                    <a:lstStyle/>
                    <a:p>
                      <a:r>
                        <a:rPr lang="en-US" altLang="zh-CN" sz="1600" dirty="0"/>
                        <a:t>451.8,</a:t>
                      </a:r>
                    </a:p>
                    <a:p>
                      <a:r>
                        <a:rPr lang="en-US" altLang="zh-CN" sz="1600" dirty="0"/>
                        <a:t>444.1</a:t>
                      </a:r>
                      <a:endParaRPr lang="zh-CN" altLang="en-US" sz="1600" dirty="0"/>
                    </a:p>
                  </a:txBody>
                  <a:tcPr/>
                </a:tc>
                <a:tc>
                  <a:txBody>
                    <a:bodyPr/>
                    <a:lstStyle/>
                    <a:p>
                      <a:r>
                        <a:rPr lang="en-US" altLang="zh-CN" sz="1600" dirty="0"/>
                        <a:t>451.6,</a:t>
                      </a:r>
                    </a:p>
                    <a:p>
                      <a:r>
                        <a:rPr lang="en-US" altLang="zh-CN" sz="1600" dirty="0"/>
                        <a:t>444.0</a:t>
                      </a:r>
                      <a:endParaRPr lang="zh-CN" altLang="en-US" sz="1600" dirty="0"/>
                    </a:p>
                  </a:txBody>
                  <a:tcPr/>
                </a:tc>
                <a:tc>
                  <a:txBody>
                    <a:bodyPr/>
                    <a:lstStyle/>
                    <a:p>
                      <a:r>
                        <a:rPr lang="en-US" altLang="zh-CN" sz="1600" dirty="0"/>
                        <a:t>451.7,</a:t>
                      </a:r>
                    </a:p>
                    <a:p>
                      <a:r>
                        <a:rPr lang="en-US" altLang="zh-CN" sz="1600" dirty="0"/>
                        <a:t>444.1</a:t>
                      </a:r>
                      <a:endParaRPr lang="zh-CN" altLang="en-US" sz="1600" dirty="0"/>
                    </a:p>
                  </a:txBody>
                  <a:tcPr/>
                </a:tc>
                <a:tc>
                  <a:txBody>
                    <a:bodyPr/>
                    <a:lstStyle/>
                    <a:p>
                      <a:r>
                        <a:rPr lang="en-US" altLang="zh-CN" sz="1600" dirty="0"/>
                        <a:t>451.6,</a:t>
                      </a:r>
                    </a:p>
                    <a:p>
                      <a:r>
                        <a:rPr lang="en-US" altLang="zh-CN" sz="1600" dirty="0"/>
                        <a:t>444.0</a:t>
                      </a:r>
                      <a:endParaRPr lang="zh-CN" altLang="en-US" sz="1600" dirty="0"/>
                    </a:p>
                  </a:txBody>
                  <a:tcPr/>
                </a:tc>
                <a:tc>
                  <a:txBody>
                    <a:bodyPr/>
                    <a:lstStyle/>
                    <a:p>
                      <a:r>
                        <a:rPr lang="en-US" altLang="zh-CN" sz="1600" dirty="0"/>
                        <a:t>451.8,</a:t>
                      </a:r>
                    </a:p>
                    <a:p>
                      <a:r>
                        <a:rPr lang="en-US" altLang="zh-CN" sz="1600" dirty="0"/>
                        <a:t>443.9</a:t>
                      </a:r>
                      <a:endParaRPr lang="zh-CN" altLang="en-US" sz="1600" dirty="0"/>
                    </a:p>
                  </a:txBody>
                  <a:tcPr/>
                </a:tc>
                <a:tc>
                  <a:txBody>
                    <a:bodyPr/>
                    <a:lstStyle/>
                    <a:p>
                      <a:r>
                        <a:rPr lang="en-US" altLang="zh-CN" sz="1600" dirty="0"/>
                        <a:t>451.7,</a:t>
                      </a:r>
                    </a:p>
                    <a:p>
                      <a:r>
                        <a:rPr lang="en-US" altLang="zh-CN" sz="1600" dirty="0"/>
                        <a:t>443.9</a:t>
                      </a:r>
                      <a:endParaRPr lang="zh-CN" altLang="en-US" sz="1600" dirty="0"/>
                    </a:p>
                  </a:txBody>
                  <a:tcPr/>
                </a:tc>
                <a:tc>
                  <a:txBody>
                    <a:bodyPr/>
                    <a:lstStyle/>
                    <a:p>
                      <a:r>
                        <a:rPr lang="en-US" altLang="zh-CN" sz="1600" dirty="0"/>
                        <a:t>451.4,</a:t>
                      </a:r>
                    </a:p>
                    <a:p>
                      <a:r>
                        <a:rPr lang="en-US" altLang="zh-CN" sz="1600" dirty="0"/>
                        <a:t>443.8</a:t>
                      </a:r>
                      <a:endParaRPr lang="zh-CN" altLang="en-US" sz="1600" dirty="0"/>
                    </a:p>
                  </a:txBody>
                  <a:tcPr/>
                </a:tc>
                <a:tc>
                  <a:txBody>
                    <a:bodyPr/>
                    <a:lstStyle/>
                    <a:p>
                      <a:r>
                        <a:rPr lang="en-US" altLang="zh-CN" sz="1600" dirty="0"/>
                        <a:t>451.5,</a:t>
                      </a:r>
                    </a:p>
                    <a:p>
                      <a:r>
                        <a:rPr lang="en-US" altLang="zh-CN" sz="1600" dirty="0"/>
                        <a:t>444.0</a:t>
                      </a:r>
                      <a:endParaRPr lang="zh-CN" altLang="en-US" sz="1600" dirty="0"/>
                    </a:p>
                  </a:txBody>
                  <a:tcPr/>
                </a:tc>
                <a:extLst>
                  <a:ext uri="{0D108BD9-81ED-4DB2-BD59-A6C34878D82A}">
                    <a16:rowId xmlns:a16="http://schemas.microsoft.com/office/drawing/2014/main" val="780893018"/>
                  </a:ext>
                </a:extLst>
              </a:tr>
              <a:tr h="645170">
                <a:tc>
                  <a:txBody>
                    <a:bodyPr/>
                    <a:lstStyle/>
                    <a:p>
                      <a:r>
                        <a:rPr lang="en-US" altLang="zh-CN" sz="1600" dirty="0"/>
                        <a:t>O1s</a:t>
                      </a:r>
                      <a:endParaRPr lang="zh-CN" altLang="en-US" sz="1600" dirty="0"/>
                    </a:p>
                  </a:txBody>
                  <a:tcPr/>
                </a:tc>
                <a:tc>
                  <a:txBody>
                    <a:bodyPr/>
                    <a:lstStyle/>
                    <a:p>
                      <a:r>
                        <a:rPr lang="en-US" altLang="zh-CN" sz="1600" dirty="0"/>
                        <a:t>529.3</a:t>
                      </a:r>
                      <a:endParaRPr lang="zh-CN" altLang="en-US" sz="1600" dirty="0"/>
                    </a:p>
                  </a:txBody>
                  <a:tcPr/>
                </a:tc>
                <a:tc>
                  <a:txBody>
                    <a:bodyPr/>
                    <a:lstStyle/>
                    <a:p>
                      <a:r>
                        <a:rPr lang="en-US" altLang="zh-CN" sz="1600" dirty="0"/>
                        <a:t>529.3</a:t>
                      </a:r>
                      <a:endParaRPr lang="zh-CN" altLang="en-US" sz="1600" dirty="0"/>
                    </a:p>
                  </a:txBody>
                  <a:tcPr/>
                </a:tc>
                <a:tc>
                  <a:txBody>
                    <a:bodyPr/>
                    <a:lstStyle/>
                    <a:p>
                      <a:r>
                        <a:rPr lang="en-US" altLang="zh-CN" sz="1600" dirty="0"/>
                        <a:t>529.3</a:t>
                      </a:r>
                      <a:endParaRPr lang="zh-CN" altLang="en-US" sz="1600" dirty="0"/>
                    </a:p>
                  </a:txBody>
                  <a:tcPr/>
                </a:tc>
                <a:tc>
                  <a:txBody>
                    <a:bodyPr/>
                    <a:lstStyle/>
                    <a:p>
                      <a:r>
                        <a:rPr lang="en-US" altLang="zh-CN" sz="1600" dirty="0"/>
                        <a:t>529.6</a:t>
                      </a:r>
                      <a:endParaRPr lang="zh-CN" altLang="en-US" sz="1600" dirty="0"/>
                    </a:p>
                  </a:txBody>
                  <a:tcPr/>
                </a:tc>
                <a:tc>
                  <a:txBody>
                    <a:bodyPr/>
                    <a:lstStyle/>
                    <a:p>
                      <a:r>
                        <a:rPr lang="en-US" altLang="zh-CN" sz="1600" dirty="0"/>
                        <a:t>529.7</a:t>
                      </a:r>
                      <a:endParaRPr lang="zh-CN" altLang="en-US" sz="1600" dirty="0"/>
                    </a:p>
                  </a:txBody>
                  <a:tcPr/>
                </a:tc>
                <a:tc>
                  <a:txBody>
                    <a:bodyPr/>
                    <a:lstStyle/>
                    <a:p>
                      <a:r>
                        <a:rPr lang="en-US" altLang="zh-CN" sz="1600" dirty="0"/>
                        <a:t>529.7</a:t>
                      </a:r>
                      <a:endParaRPr lang="zh-CN" altLang="en-US" sz="1600" dirty="0"/>
                    </a:p>
                  </a:txBody>
                  <a:tcPr/>
                </a:tc>
                <a:tc>
                  <a:txBody>
                    <a:bodyPr/>
                    <a:lstStyle/>
                    <a:p>
                      <a:r>
                        <a:rPr lang="en-US" altLang="zh-CN" sz="1600" dirty="0"/>
                        <a:t>529.6</a:t>
                      </a:r>
                      <a:endParaRPr lang="zh-CN" altLang="en-US" sz="1600" dirty="0"/>
                    </a:p>
                  </a:txBody>
                  <a:tcPr/>
                </a:tc>
                <a:tc>
                  <a:txBody>
                    <a:bodyPr/>
                    <a:lstStyle/>
                    <a:p>
                      <a:r>
                        <a:rPr lang="en-US" altLang="zh-CN" sz="1600" dirty="0"/>
                        <a:t>529.5</a:t>
                      </a:r>
                      <a:endParaRPr lang="zh-CN" altLang="en-US" sz="1600" dirty="0"/>
                    </a:p>
                  </a:txBody>
                  <a:tcPr/>
                </a:tc>
                <a:tc>
                  <a:txBody>
                    <a:bodyPr/>
                    <a:lstStyle/>
                    <a:p>
                      <a:r>
                        <a:rPr lang="en-US" altLang="zh-CN" sz="1600" dirty="0"/>
                        <a:t>529.5</a:t>
                      </a:r>
                      <a:endParaRPr lang="zh-CN" altLang="en-US" sz="1600" dirty="0"/>
                    </a:p>
                  </a:txBody>
                  <a:tcPr/>
                </a:tc>
                <a:tc>
                  <a:txBody>
                    <a:bodyPr/>
                    <a:lstStyle/>
                    <a:p>
                      <a:r>
                        <a:rPr lang="en-US" altLang="zh-CN" sz="1600" dirty="0"/>
                        <a:t>529.7</a:t>
                      </a:r>
                      <a:endParaRPr lang="zh-CN" altLang="en-US" sz="1600" dirty="0"/>
                    </a:p>
                  </a:txBody>
                  <a:tcPr/>
                </a:tc>
                <a:tc>
                  <a:txBody>
                    <a:bodyPr/>
                    <a:lstStyle/>
                    <a:p>
                      <a:r>
                        <a:rPr lang="en-US" altLang="zh-CN" sz="1600" dirty="0"/>
                        <a:t>529.2</a:t>
                      </a:r>
                      <a:endParaRPr lang="zh-CN" altLang="en-US" sz="1600" dirty="0"/>
                    </a:p>
                  </a:txBody>
                  <a:tcPr/>
                </a:tc>
                <a:tc>
                  <a:txBody>
                    <a:bodyPr/>
                    <a:lstStyle/>
                    <a:p>
                      <a:r>
                        <a:rPr lang="en-US" altLang="zh-CN" sz="1600" dirty="0"/>
                        <a:t>529.4</a:t>
                      </a:r>
                      <a:endParaRPr lang="zh-CN" altLang="en-US" sz="1600" dirty="0"/>
                    </a:p>
                  </a:txBody>
                  <a:tcPr/>
                </a:tc>
                <a:extLst>
                  <a:ext uri="{0D108BD9-81ED-4DB2-BD59-A6C34878D82A}">
                    <a16:rowId xmlns:a16="http://schemas.microsoft.com/office/drawing/2014/main" val="2314922272"/>
                  </a:ext>
                </a:extLst>
              </a:tr>
              <a:tr h="645170">
                <a:tc>
                  <a:txBody>
                    <a:bodyPr/>
                    <a:lstStyle/>
                    <a:p>
                      <a:r>
                        <a:rPr lang="en-US" altLang="zh-CN" sz="1600" dirty="0"/>
                        <a:t>Ta4f</a:t>
                      </a:r>
                      <a:endParaRPr lang="zh-CN" altLang="en-US" sz="1600" dirty="0"/>
                    </a:p>
                  </a:txBody>
                  <a:tcPr/>
                </a:tc>
                <a:tc>
                  <a:txBody>
                    <a:bodyPr/>
                    <a:lstStyle/>
                    <a:p>
                      <a:r>
                        <a:rPr lang="en-US" altLang="zh-CN" sz="1600" dirty="0"/>
                        <a:t>Too weak</a:t>
                      </a:r>
                      <a:endParaRPr lang="zh-CN" altLang="en-US" sz="1600" dirty="0"/>
                    </a:p>
                  </a:txBody>
                  <a:tcPr/>
                </a:tc>
                <a:tc>
                  <a:txBody>
                    <a:bodyPr/>
                    <a:lstStyle/>
                    <a:p>
                      <a:r>
                        <a:rPr lang="en-US" altLang="zh-CN" sz="1600" dirty="0"/>
                        <a:t>Too weak</a:t>
                      </a:r>
                      <a:endParaRPr lang="zh-CN" altLang="en-US" sz="1600" dirty="0"/>
                    </a:p>
                  </a:txBody>
                  <a:tcPr/>
                </a:tc>
                <a:tc>
                  <a:txBody>
                    <a:bodyPr/>
                    <a:lstStyle/>
                    <a:p>
                      <a:r>
                        <a:rPr lang="en-US" altLang="zh-CN" sz="1600" dirty="0"/>
                        <a:t>Too weak</a:t>
                      </a:r>
                      <a:endParaRPr lang="zh-CN" altLang="en-US" sz="1600" dirty="0"/>
                    </a:p>
                  </a:txBody>
                  <a:tcPr/>
                </a:tc>
                <a:tc>
                  <a:txBody>
                    <a:bodyPr/>
                    <a:lstStyle/>
                    <a:p>
                      <a:r>
                        <a:rPr lang="en-US" altLang="zh-CN" sz="1600" dirty="0"/>
                        <a:t>27.8</a:t>
                      </a:r>
                    </a:p>
                    <a:p>
                      <a:r>
                        <a:rPr lang="en-US" altLang="zh-CN" sz="1600" dirty="0"/>
                        <a:t>25.9</a:t>
                      </a:r>
                      <a:endParaRPr lang="zh-CN" altLang="en-US" sz="1600" dirty="0"/>
                    </a:p>
                  </a:txBody>
                  <a:tcPr/>
                </a:tc>
                <a:tc>
                  <a:txBody>
                    <a:bodyPr/>
                    <a:lstStyle/>
                    <a:p>
                      <a:r>
                        <a:rPr lang="en-US" altLang="zh-CN" sz="1600" dirty="0"/>
                        <a:t>27.7</a:t>
                      </a:r>
                    </a:p>
                    <a:p>
                      <a:r>
                        <a:rPr lang="en-US" altLang="zh-CN" sz="1600" dirty="0"/>
                        <a:t>26.0</a:t>
                      </a:r>
                      <a:endParaRPr lang="zh-CN" altLang="en-US" sz="1600" dirty="0"/>
                    </a:p>
                  </a:txBody>
                  <a:tcPr/>
                </a:tc>
                <a:tc>
                  <a:txBody>
                    <a:bodyPr/>
                    <a:lstStyle/>
                    <a:p>
                      <a:r>
                        <a:rPr lang="en-US" altLang="zh-CN" sz="1600" dirty="0"/>
                        <a:t>27.9</a:t>
                      </a:r>
                    </a:p>
                    <a:p>
                      <a:r>
                        <a:rPr lang="en-US" altLang="zh-CN" sz="1600" dirty="0"/>
                        <a:t>26.2</a:t>
                      </a:r>
                      <a:endParaRPr lang="zh-CN" altLang="en-US" sz="1600" dirty="0"/>
                    </a:p>
                  </a:txBody>
                  <a:tcPr/>
                </a:tc>
                <a:tc>
                  <a:txBody>
                    <a:bodyPr/>
                    <a:lstStyle/>
                    <a:p>
                      <a:r>
                        <a:rPr lang="en-US" altLang="zh-CN" sz="1600" dirty="0"/>
                        <a:t>Too weak</a:t>
                      </a:r>
                      <a:endParaRPr lang="zh-CN" altLang="en-US" sz="1600" dirty="0"/>
                    </a:p>
                  </a:txBody>
                  <a:tcPr/>
                </a:tc>
                <a:tc>
                  <a:txBody>
                    <a:bodyPr/>
                    <a:lstStyle/>
                    <a:p>
                      <a:r>
                        <a:rPr lang="en-US" altLang="zh-CN" sz="1600" dirty="0"/>
                        <a:t>Too weak</a:t>
                      </a:r>
                      <a:endParaRPr lang="zh-CN" altLang="en-US" sz="1600" dirty="0"/>
                    </a:p>
                  </a:txBody>
                  <a:tcPr/>
                </a:tc>
                <a:tc>
                  <a:txBody>
                    <a:bodyPr/>
                    <a:lstStyle/>
                    <a:p>
                      <a:r>
                        <a:rPr lang="en-US" altLang="zh-CN" sz="1600" dirty="0"/>
                        <a:t>Too weak</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Too weak</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Too weak</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Too weak</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txBody>
                  <a:tcPr/>
                </a:tc>
                <a:extLst>
                  <a:ext uri="{0D108BD9-81ED-4DB2-BD59-A6C34878D82A}">
                    <a16:rowId xmlns:a16="http://schemas.microsoft.com/office/drawing/2014/main" val="1953760762"/>
                  </a:ext>
                </a:extLst>
              </a:tr>
              <a:tr h="645170">
                <a:tc>
                  <a:txBody>
                    <a:bodyPr/>
                    <a:lstStyle/>
                    <a:p>
                      <a:r>
                        <a:rPr lang="en-US" altLang="zh-CN" sz="1600" dirty="0"/>
                        <a:t>Area </a:t>
                      </a:r>
                    </a:p>
                    <a:p>
                      <a:r>
                        <a:rPr lang="en-US" altLang="zh-CN" sz="1600" dirty="0"/>
                        <a:t>In3d</a:t>
                      </a:r>
                      <a:endParaRPr lang="zh-CN" altLang="en-US" sz="1600" dirty="0"/>
                    </a:p>
                  </a:txBody>
                  <a:tcPr/>
                </a:tc>
                <a:tc>
                  <a:txBody>
                    <a:bodyPr/>
                    <a:lstStyle/>
                    <a:p>
                      <a:r>
                        <a:rPr lang="en-US" altLang="zh-CN" sz="1600" dirty="0"/>
                        <a:t>26809</a:t>
                      </a:r>
                      <a:endParaRPr lang="zh-CN" altLang="en-US" sz="1600" dirty="0"/>
                    </a:p>
                  </a:txBody>
                  <a:tcPr/>
                </a:tc>
                <a:tc>
                  <a:txBody>
                    <a:bodyPr/>
                    <a:lstStyle/>
                    <a:p>
                      <a:r>
                        <a:rPr lang="en-US" altLang="zh-CN" sz="1600" dirty="0"/>
                        <a:t>25545</a:t>
                      </a:r>
                      <a:endParaRPr lang="zh-CN" altLang="en-US" sz="1600" dirty="0"/>
                    </a:p>
                  </a:txBody>
                  <a:tcPr/>
                </a:tc>
                <a:tc>
                  <a:txBody>
                    <a:bodyPr/>
                    <a:lstStyle/>
                    <a:p>
                      <a:r>
                        <a:rPr lang="en-US" altLang="zh-CN" sz="1600" dirty="0"/>
                        <a:t>26054</a:t>
                      </a:r>
                      <a:endParaRPr lang="zh-CN" altLang="en-US" sz="1600" dirty="0"/>
                    </a:p>
                  </a:txBody>
                  <a:tcPr/>
                </a:tc>
                <a:tc>
                  <a:txBody>
                    <a:bodyPr/>
                    <a:lstStyle/>
                    <a:p>
                      <a:r>
                        <a:rPr lang="en-US" altLang="zh-CN" sz="1600" dirty="0"/>
                        <a:t>26702</a:t>
                      </a:r>
                      <a:endParaRPr lang="zh-CN" altLang="en-US" sz="1600" dirty="0"/>
                    </a:p>
                  </a:txBody>
                  <a:tcPr/>
                </a:tc>
                <a:tc>
                  <a:txBody>
                    <a:bodyPr/>
                    <a:lstStyle/>
                    <a:p>
                      <a:r>
                        <a:rPr lang="en-US" altLang="zh-CN" sz="1600" dirty="0"/>
                        <a:t>25528</a:t>
                      </a:r>
                      <a:endParaRPr lang="zh-CN" altLang="en-US" sz="1600" dirty="0"/>
                    </a:p>
                  </a:txBody>
                  <a:tcPr/>
                </a:tc>
                <a:tc>
                  <a:txBody>
                    <a:bodyPr/>
                    <a:lstStyle/>
                    <a:p>
                      <a:r>
                        <a:rPr lang="en-US" altLang="zh-CN" sz="1600" dirty="0"/>
                        <a:t>26149</a:t>
                      </a:r>
                      <a:endParaRPr lang="zh-CN" altLang="en-US" sz="1600" dirty="0"/>
                    </a:p>
                  </a:txBody>
                  <a:tcPr/>
                </a:tc>
                <a:tc>
                  <a:txBody>
                    <a:bodyPr/>
                    <a:lstStyle/>
                    <a:p>
                      <a:r>
                        <a:rPr lang="en-US" altLang="zh-CN" sz="1600" dirty="0"/>
                        <a:t>28004</a:t>
                      </a:r>
                      <a:endParaRPr lang="zh-CN" altLang="en-US" sz="1600" dirty="0"/>
                    </a:p>
                  </a:txBody>
                  <a:tcPr/>
                </a:tc>
                <a:tc>
                  <a:txBody>
                    <a:bodyPr/>
                    <a:lstStyle/>
                    <a:p>
                      <a:r>
                        <a:rPr lang="en-US" altLang="zh-CN" sz="1600" dirty="0"/>
                        <a:t>29267</a:t>
                      </a:r>
                      <a:endParaRPr lang="zh-CN" altLang="en-US" sz="1600" dirty="0"/>
                    </a:p>
                  </a:txBody>
                  <a:tcPr/>
                </a:tc>
                <a:tc>
                  <a:txBody>
                    <a:bodyPr/>
                    <a:lstStyle/>
                    <a:p>
                      <a:r>
                        <a:rPr lang="en-US" altLang="zh-CN" sz="1600" dirty="0"/>
                        <a:t>30903</a:t>
                      </a:r>
                      <a:endParaRPr lang="zh-CN" altLang="en-US" sz="1600" dirty="0"/>
                    </a:p>
                  </a:txBody>
                  <a:tcPr/>
                </a:tc>
                <a:tc>
                  <a:txBody>
                    <a:bodyPr/>
                    <a:lstStyle/>
                    <a:p>
                      <a:r>
                        <a:rPr lang="en-US" altLang="zh-CN" sz="1600" dirty="0"/>
                        <a:t>29173</a:t>
                      </a:r>
                      <a:endParaRPr lang="zh-CN" altLang="en-US" sz="1600" dirty="0"/>
                    </a:p>
                  </a:txBody>
                  <a:tcPr/>
                </a:tc>
                <a:tc>
                  <a:txBody>
                    <a:bodyPr/>
                    <a:lstStyle/>
                    <a:p>
                      <a:r>
                        <a:rPr lang="en-US" altLang="zh-CN" sz="1600" dirty="0"/>
                        <a:t>28449</a:t>
                      </a:r>
                      <a:endParaRPr lang="zh-CN" altLang="en-US" sz="1600" dirty="0"/>
                    </a:p>
                  </a:txBody>
                  <a:tcPr/>
                </a:tc>
                <a:tc>
                  <a:txBody>
                    <a:bodyPr/>
                    <a:lstStyle/>
                    <a:p>
                      <a:r>
                        <a:rPr lang="en-US" altLang="zh-CN" sz="1600" dirty="0"/>
                        <a:t>27670</a:t>
                      </a:r>
                      <a:endParaRPr lang="zh-CN" altLang="en-US" sz="1600" dirty="0"/>
                    </a:p>
                  </a:txBody>
                  <a:tcPr/>
                </a:tc>
                <a:extLst>
                  <a:ext uri="{0D108BD9-81ED-4DB2-BD59-A6C34878D82A}">
                    <a16:rowId xmlns:a16="http://schemas.microsoft.com/office/drawing/2014/main" val="1667660382"/>
                  </a:ext>
                </a:extLst>
              </a:tr>
              <a:tr h="645170">
                <a:tc>
                  <a:txBody>
                    <a:bodyPr/>
                    <a:lstStyle/>
                    <a:p>
                      <a:r>
                        <a:rPr lang="en-US" altLang="zh-CN" sz="1600" dirty="0"/>
                        <a:t>Area</a:t>
                      </a:r>
                    </a:p>
                    <a:p>
                      <a:r>
                        <a:rPr lang="en-US" altLang="zh-CN" sz="1600" dirty="0"/>
                        <a:t>O1s</a:t>
                      </a:r>
                      <a:endParaRPr lang="zh-CN" altLang="en-US" sz="1600" dirty="0"/>
                    </a:p>
                  </a:txBody>
                  <a:tcPr/>
                </a:tc>
                <a:tc>
                  <a:txBody>
                    <a:bodyPr/>
                    <a:lstStyle/>
                    <a:p>
                      <a:r>
                        <a:rPr lang="en-US" altLang="zh-CN" sz="1600" dirty="0"/>
                        <a:t>3597</a:t>
                      </a:r>
                      <a:endParaRPr lang="zh-CN" altLang="en-US" sz="1600" dirty="0"/>
                    </a:p>
                  </a:txBody>
                  <a:tcPr/>
                </a:tc>
                <a:tc>
                  <a:txBody>
                    <a:bodyPr/>
                    <a:lstStyle/>
                    <a:p>
                      <a:r>
                        <a:rPr lang="en-US" altLang="zh-CN" sz="1600" dirty="0"/>
                        <a:t>3633</a:t>
                      </a:r>
                      <a:endParaRPr lang="zh-CN" altLang="en-US" sz="1600" dirty="0"/>
                    </a:p>
                  </a:txBody>
                  <a:tcPr/>
                </a:tc>
                <a:tc>
                  <a:txBody>
                    <a:bodyPr/>
                    <a:lstStyle/>
                    <a:p>
                      <a:r>
                        <a:rPr lang="en-US" altLang="zh-CN" sz="1600" dirty="0"/>
                        <a:t>3946</a:t>
                      </a:r>
                      <a:endParaRPr lang="zh-CN" altLang="en-US" sz="1600" dirty="0"/>
                    </a:p>
                  </a:txBody>
                  <a:tcPr/>
                </a:tc>
                <a:tc>
                  <a:txBody>
                    <a:bodyPr/>
                    <a:lstStyle/>
                    <a:p>
                      <a:r>
                        <a:rPr lang="en-US" altLang="zh-CN" sz="1600" dirty="0"/>
                        <a:t>3586</a:t>
                      </a:r>
                      <a:endParaRPr lang="zh-CN" altLang="en-US" sz="1600" dirty="0"/>
                    </a:p>
                  </a:txBody>
                  <a:tcPr/>
                </a:tc>
                <a:tc>
                  <a:txBody>
                    <a:bodyPr/>
                    <a:lstStyle/>
                    <a:p>
                      <a:r>
                        <a:rPr lang="en-US" altLang="zh-CN" sz="1600" dirty="0"/>
                        <a:t>3964</a:t>
                      </a:r>
                      <a:endParaRPr lang="zh-CN" altLang="en-US" sz="1600" dirty="0"/>
                    </a:p>
                  </a:txBody>
                  <a:tcPr/>
                </a:tc>
                <a:tc>
                  <a:txBody>
                    <a:bodyPr/>
                    <a:lstStyle/>
                    <a:p>
                      <a:r>
                        <a:rPr lang="en-US" altLang="zh-CN" sz="1600" dirty="0"/>
                        <a:t>3736</a:t>
                      </a:r>
                      <a:endParaRPr lang="zh-CN" altLang="en-US" sz="1600" dirty="0"/>
                    </a:p>
                  </a:txBody>
                  <a:tcPr/>
                </a:tc>
                <a:tc>
                  <a:txBody>
                    <a:bodyPr/>
                    <a:lstStyle/>
                    <a:p>
                      <a:r>
                        <a:rPr lang="en-US" altLang="zh-CN" sz="1600" dirty="0"/>
                        <a:t>4074</a:t>
                      </a:r>
                      <a:endParaRPr lang="zh-CN" altLang="en-US" sz="1600" dirty="0"/>
                    </a:p>
                  </a:txBody>
                  <a:tcPr/>
                </a:tc>
                <a:tc>
                  <a:txBody>
                    <a:bodyPr/>
                    <a:lstStyle/>
                    <a:p>
                      <a:r>
                        <a:rPr lang="en-US" altLang="zh-CN" sz="1600" dirty="0"/>
                        <a:t>3852</a:t>
                      </a:r>
                      <a:endParaRPr lang="zh-CN" altLang="en-US" sz="1600" dirty="0"/>
                    </a:p>
                  </a:txBody>
                  <a:tcPr/>
                </a:tc>
                <a:tc>
                  <a:txBody>
                    <a:bodyPr/>
                    <a:lstStyle/>
                    <a:p>
                      <a:r>
                        <a:rPr lang="en-US" altLang="zh-CN" sz="1600" dirty="0"/>
                        <a:t>3767</a:t>
                      </a:r>
                      <a:endParaRPr lang="zh-CN" altLang="en-US" sz="1600" dirty="0"/>
                    </a:p>
                  </a:txBody>
                  <a:tcPr/>
                </a:tc>
                <a:tc>
                  <a:txBody>
                    <a:bodyPr/>
                    <a:lstStyle/>
                    <a:p>
                      <a:r>
                        <a:rPr lang="en-US" altLang="zh-CN" sz="1600" dirty="0"/>
                        <a:t>3828</a:t>
                      </a:r>
                      <a:endParaRPr lang="zh-CN" altLang="en-US" sz="1600" dirty="0"/>
                    </a:p>
                  </a:txBody>
                  <a:tcPr/>
                </a:tc>
                <a:tc>
                  <a:txBody>
                    <a:bodyPr/>
                    <a:lstStyle/>
                    <a:p>
                      <a:r>
                        <a:rPr lang="en-US" altLang="zh-CN" sz="1600" dirty="0"/>
                        <a:t>3341</a:t>
                      </a:r>
                      <a:endParaRPr lang="zh-CN" altLang="en-US" sz="1600" dirty="0"/>
                    </a:p>
                  </a:txBody>
                  <a:tcPr/>
                </a:tc>
                <a:tc>
                  <a:txBody>
                    <a:bodyPr/>
                    <a:lstStyle/>
                    <a:p>
                      <a:r>
                        <a:rPr lang="en-US" altLang="zh-CN" sz="1600"/>
                        <a:t>3789</a:t>
                      </a:r>
                      <a:endParaRPr lang="zh-CN" altLang="en-US" sz="1600" dirty="0"/>
                    </a:p>
                  </a:txBody>
                  <a:tcPr/>
                </a:tc>
                <a:extLst>
                  <a:ext uri="{0D108BD9-81ED-4DB2-BD59-A6C34878D82A}">
                    <a16:rowId xmlns:a16="http://schemas.microsoft.com/office/drawing/2014/main" val="127856452"/>
                  </a:ext>
                </a:extLst>
              </a:tr>
              <a:tr h="645170">
                <a:tc>
                  <a:txBody>
                    <a:bodyPr/>
                    <a:lstStyle/>
                    <a:p>
                      <a:r>
                        <a:rPr lang="en-US" altLang="zh-CN" sz="1600" dirty="0"/>
                        <a:t>Area</a:t>
                      </a:r>
                    </a:p>
                    <a:p>
                      <a:r>
                        <a:rPr lang="en-US" altLang="zh-CN" sz="1600" dirty="0"/>
                        <a:t>Ta4f</a:t>
                      </a:r>
                      <a:endParaRPr lang="zh-CN" altLang="en-US" sz="1600" dirty="0"/>
                    </a:p>
                  </a:txBody>
                  <a:tcPr/>
                </a:tc>
                <a:tc>
                  <a:txBody>
                    <a:bodyPr/>
                    <a:lstStyle/>
                    <a:p>
                      <a:r>
                        <a:rPr lang="en-US" altLang="zh-CN" sz="1600" dirty="0"/>
                        <a:t>Too low</a:t>
                      </a:r>
                      <a:endParaRPr lang="zh-CN" altLang="en-US" sz="1600" dirty="0"/>
                    </a:p>
                  </a:txBody>
                  <a:tcPr/>
                </a:tc>
                <a:tc>
                  <a:txBody>
                    <a:bodyPr/>
                    <a:lstStyle/>
                    <a:p>
                      <a:r>
                        <a:rPr lang="en-US" altLang="zh-CN" sz="1600" dirty="0"/>
                        <a:t>Too low</a:t>
                      </a:r>
                      <a:endParaRPr lang="zh-CN" altLang="en-US" sz="1600" dirty="0"/>
                    </a:p>
                  </a:txBody>
                  <a:tcPr/>
                </a:tc>
                <a:tc>
                  <a:txBody>
                    <a:bodyPr/>
                    <a:lstStyle/>
                    <a:p>
                      <a:r>
                        <a:rPr lang="en-US" altLang="zh-CN" sz="1600" dirty="0"/>
                        <a:t>Too low</a:t>
                      </a:r>
                      <a:endParaRPr lang="zh-CN" altLang="en-US" sz="1600" dirty="0"/>
                    </a:p>
                  </a:txBody>
                  <a:tcPr/>
                </a:tc>
                <a:tc>
                  <a:txBody>
                    <a:bodyPr/>
                    <a:lstStyle/>
                    <a:p>
                      <a:r>
                        <a:rPr lang="en-US" altLang="zh-CN" sz="1600" dirty="0"/>
                        <a:t>171</a:t>
                      </a:r>
                      <a:endParaRPr lang="zh-CN" altLang="en-US" sz="1600" dirty="0"/>
                    </a:p>
                  </a:txBody>
                  <a:tcPr/>
                </a:tc>
                <a:tc>
                  <a:txBody>
                    <a:bodyPr/>
                    <a:lstStyle/>
                    <a:p>
                      <a:r>
                        <a:rPr lang="en-US" altLang="zh-CN" sz="1600" dirty="0"/>
                        <a:t>248</a:t>
                      </a:r>
                      <a:endParaRPr lang="zh-CN" altLang="en-US" sz="1600" dirty="0"/>
                    </a:p>
                  </a:txBody>
                  <a:tcPr/>
                </a:tc>
                <a:tc>
                  <a:txBody>
                    <a:bodyPr/>
                    <a:lstStyle/>
                    <a:p>
                      <a:r>
                        <a:rPr lang="en-US" altLang="zh-CN" sz="1600" dirty="0"/>
                        <a:t>204</a:t>
                      </a:r>
                      <a:endParaRPr lang="zh-CN" altLang="en-US" sz="1600" dirty="0"/>
                    </a:p>
                  </a:txBody>
                  <a:tcPr/>
                </a:tc>
                <a:tc>
                  <a:txBody>
                    <a:bodyPr/>
                    <a:lstStyle/>
                    <a:p>
                      <a:r>
                        <a:rPr lang="en-US" altLang="zh-CN" sz="1600" dirty="0"/>
                        <a:t>Too low</a:t>
                      </a:r>
                      <a:endParaRPr lang="zh-CN" altLang="en-US" sz="1600" dirty="0"/>
                    </a:p>
                  </a:txBody>
                  <a:tcPr/>
                </a:tc>
                <a:tc>
                  <a:txBody>
                    <a:bodyPr/>
                    <a:lstStyle/>
                    <a:p>
                      <a:r>
                        <a:rPr lang="en-US" altLang="zh-CN" sz="1600" dirty="0"/>
                        <a:t>Too low</a:t>
                      </a:r>
                      <a:endParaRPr lang="zh-CN" altLang="en-US" sz="1600" dirty="0"/>
                    </a:p>
                  </a:txBody>
                  <a:tcPr/>
                </a:tc>
                <a:tc>
                  <a:txBody>
                    <a:bodyPr/>
                    <a:lstStyle/>
                    <a:p>
                      <a:r>
                        <a:rPr lang="en-US" altLang="zh-CN" sz="1600" dirty="0"/>
                        <a:t>Too low</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Too low</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Too low</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Too low</a:t>
                      </a: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txBody>
                  <a:tcPr/>
                </a:tc>
                <a:extLst>
                  <a:ext uri="{0D108BD9-81ED-4DB2-BD59-A6C34878D82A}">
                    <a16:rowId xmlns:a16="http://schemas.microsoft.com/office/drawing/2014/main" val="870817072"/>
                  </a:ext>
                </a:extLst>
              </a:tr>
            </a:tbl>
          </a:graphicData>
        </a:graphic>
      </p:graphicFrame>
      <p:sp>
        <p:nvSpPr>
          <p:cNvPr id="2" name="TextBox 1">
            <a:extLst>
              <a:ext uri="{FF2B5EF4-FFF2-40B4-BE49-F238E27FC236}">
                <a16:creationId xmlns:a16="http://schemas.microsoft.com/office/drawing/2014/main" id="{F9058001-F1FF-2CCC-1760-CD5563EBCF90}"/>
              </a:ext>
            </a:extLst>
          </p:cNvPr>
          <p:cNvSpPr txBox="1"/>
          <p:nvPr/>
        </p:nvSpPr>
        <p:spPr>
          <a:xfrm>
            <a:off x="645090" y="538619"/>
            <a:ext cx="4334006" cy="646331"/>
          </a:xfrm>
          <a:prstGeom prst="rect">
            <a:avLst/>
          </a:prstGeom>
          <a:noFill/>
        </p:spPr>
        <p:txBody>
          <a:bodyPr wrap="square" rtlCol="0">
            <a:spAutoFit/>
          </a:bodyPr>
          <a:lstStyle/>
          <a:p>
            <a:r>
              <a:rPr lang="en-US" altLang="zh-CN" sz="3600" b="1" dirty="0"/>
              <a:t>XPS data</a:t>
            </a:r>
            <a:endParaRPr lang="zh-CN" altLang="en-US" sz="3600" b="1" dirty="0"/>
          </a:p>
        </p:txBody>
      </p:sp>
    </p:spTree>
    <p:extLst>
      <p:ext uri="{BB962C8B-B14F-4D97-AF65-F5344CB8AC3E}">
        <p14:creationId xmlns:p14="http://schemas.microsoft.com/office/powerpoint/2010/main" val="336870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EE414-8431-B49F-F777-FDEE072B5F10}"/>
              </a:ext>
            </a:extLst>
          </p:cNvPr>
          <p:cNvSpPr>
            <a:spLocks noGrp="1"/>
          </p:cNvSpPr>
          <p:nvPr>
            <p:ph type="title"/>
          </p:nvPr>
        </p:nvSpPr>
        <p:spPr/>
        <p:txBody>
          <a:bodyPr/>
          <a:lstStyle/>
          <a:p>
            <a:r>
              <a:rPr lang="en-US" altLang="zh-CN" dirty="0"/>
              <a:t>Comments</a:t>
            </a:r>
            <a:endParaRPr lang="zh-CN" altLang="en-US" dirty="0"/>
          </a:p>
        </p:txBody>
      </p:sp>
      <p:sp>
        <p:nvSpPr>
          <p:cNvPr id="3" name="Content Placeholder 2">
            <a:extLst>
              <a:ext uri="{FF2B5EF4-FFF2-40B4-BE49-F238E27FC236}">
                <a16:creationId xmlns:a16="http://schemas.microsoft.com/office/drawing/2014/main" id="{D3113502-4E69-B9DC-B5BA-F09499AE7DB8}"/>
              </a:ext>
            </a:extLst>
          </p:cNvPr>
          <p:cNvSpPr>
            <a:spLocks noGrp="1"/>
          </p:cNvSpPr>
          <p:nvPr>
            <p:ph idx="1"/>
          </p:nvPr>
        </p:nvSpPr>
        <p:spPr/>
        <p:txBody>
          <a:bodyPr>
            <a:normAutofit/>
          </a:bodyPr>
          <a:lstStyle/>
          <a:p>
            <a:r>
              <a:rPr lang="en-US" altLang="zh-CN" sz="1800" dirty="0"/>
              <a:t>We noticed that the O</a:t>
            </a:r>
            <a:r>
              <a:rPr lang="en-US" altLang="zh-CN" sz="1800" baseline="-25000" dirty="0"/>
              <a:t>2</a:t>
            </a:r>
            <a:r>
              <a:rPr lang="en-US" altLang="zh-CN" sz="1800" dirty="0"/>
              <a:t> flow rate during sputtering (0.3–3 </a:t>
            </a:r>
            <a:r>
              <a:rPr lang="en-US" altLang="zh-CN" sz="1800" dirty="0" err="1"/>
              <a:t>sccm</a:t>
            </a:r>
            <a:r>
              <a:rPr lang="en-US" altLang="zh-CN" sz="1800" dirty="0"/>
              <a:t>) appears to strongly affect the deposition rate, especially for Ta</a:t>
            </a:r>
            <a:r>
              <a:rPr lang="en-US" altLang="zh-CN" sz="1800" baseline="-25000" dirty="0"/>
              <a:t>2</a:t>
            </a:r>
            <a:r>
              <a:rPr lang="en-US" altLang="zh-CN" sz="1800" dirty="0"/>
              <a:t>O</a:t>
            </a:r>
            <a:r>
              <a:rPr lang="en-US" altLang="zh-CN" sz="1800" baseline="-25000" dirty="0"/>
              <a:t>5</a:t>
            </a:r>
            <a:r>
              <a:rPr lang="en-US" altLang="zh-CN" sz="1800" dirty="0"/>
              <a:t>. XPS shows that the Ta peak area decreases as the O2 flow increases. However, since other parameters were changing as well, it is difficult for us to isolate the effect. Would it be possible to check this trend in your model? If that is not straightforward, we can also run some controlled experiments on our side.</a:t>
            </a:r>
          </a:p>
          <a:p>
            <a:pPr marL="0" indent="0">
              <a:buNone/>
            </a:pPr>
            <a:endParaRPr lang="en-US" altLang="zh-CN" sz="1800" dirty="0"/>
          </a:p>
          <a:p>
            <a:r>
              <a:rPr lang="en-US" altLang="zh-CN" sz="1800" dirty="0"/>
              <a:t>Additionally, we currently set the minimum O</a:t>
            </a:r>
            <a:r>
              <a:rPr lang="en-US" altLang="zh-CN" sz="1800" baseline="-25000" dirty="0"/>
              <a:t>2</a:t>
            </a:r>
            <a:r>
              <a:rPr lang="en-US" altLang="zh-CN" sz="1800" dirty="0"/>
              <a:t> flow to 0.3 </a:t>
            </a:r>
            <a:r>
              <a:rPr lang="en-US" altLang="zh-CN" sz="1800" dirty="0" err="1"/>
              <a:t>sccm</a:t>
            </a:r>
            <a:r>
              <a:rPr lang="en-US" altLang="zh-CN" sz="1800" dirty="0"/>
              <a:t>. However, the system also allows O</a:t>
            </a:r>
            <a:r>
              <a:rPr lang="en-US" altLang="zh-CN" sz="1800" baseline="-25000" dirty="0"/>
              <a:t>2</a:t>
            </a:r>
            <a:r>
              <a:rPr lang="en-US" altLang="zh-CN" sz="1800" dirty="0"/>
              <a:t> = 0 </a:t>
            </a:r>
            <a:r>
              <a:rPr lang="en-US" altLang="zh-CN" sz="1800" dirty="0" err="1"/>
              <a:t>sccm</a:t>
            </a:r>
            <a:r>
              <a:rPr lang="en-US" altLang="zh-CN" sz="1800" dirty="0"/>
              <a:t> (i.e., O</a:t>
            </a:r>
            <a:r>
              <a:rPr lang="en-US" altLang="zh-CN" sz="1800" baseline="-25000" dirty="0"/>
              <a:t>2</a:t>
            </a:r>
            <a:r>
              <a:rPr lang="en-US" altLang="zh-CN" sz="1800" dirty="0"/>
              <a:t> completely off). If O</a:t>
            </a:r>
            <a:r>
              <a:rPr lang="en-US" altLang="zh-CN" sz="1800" baseline="-25000" dirty="0"/>
              <a:t>2</a:t>
            </a:r>
            <a:r>
              <a:rPr lang="en-US" altLang="zh-CN" sz="1800" dirty="0"/>
              <a:t> is enabled, the minimum setpoint is 0.3 </a:t>
            </a:r>
            <a:r>
              <a:rPr lang="en-US" altLang="zh-CN" sz="1800" dirty="0" err="1"/>
              <a:t>sccm</a:t>
            </a:r>
            <a:r>
              <a:rPr lang="en-US" altLang="zh-CN" sz="1800" dirty="0"/>
              <a:t>. Do you think we should also include the 0 </a:t>
            </a:r>
            <a:r>
              <a:rPr lang="en-US" altLang="zh-CN" sz="1800" dirty="0" err="1"/>
              <a:t>sccm</a:t>
            </a:r>
            <a:r>
              <a:rPr lang="en-US" altLang="zh-CN" sz="1800" dirty="0"/>
              <a:t> condition in our design?</a:t>
            </a:r>
            <a:endParaRPr lang="zh-CN" altLang="en-US" sz="1800" dirty="0"/>
          </a:p>
        </p:txBody>
      </p:sp>
    </p:spTree>
    <p:extLst>
      <p:ext uri="{BB962C8B-B14F-4D97-AF65-F5344CB8AC3E}">
        <p14:creationId xmlns:p14="http://schemas.microsoft.com/office/powerpoint/2010/main" val="2941035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3879</TotalTime>
  <Words>606</Words>
  <Application>Microsoft Office PowerPoint</Application>
  <PresentationFormat>Widescreen</PresentationFormat>
  <Paragraphs>380</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等线</vt:lpstr>
      <vt:lpstr>等线 Light</vt:lpstr>
      <vt:lpstr>Arial</vt:lpstr>
      <vt:lpstr>Office Theme</vt:lpstr>
      <vt:lpstr>PowerPoint Presentation</vt:lpstr>
      <vt:lpstr>PowerPoint Presentation</vt:lpstr>
      <vt:lpstr>PowerPoint Presentation</vt:lpstr>
      <vt:lpstr>PowerPoint Presentation</vt:lpstr>
      <vt:lpstr>PowerPoint Presentation</vt:lpstr>
      <vt:lpstr>Comments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yiyan yu</dc:creator>
  <cp:lastModifiedBy>yiyan yu</cp:lastModifiedBy>
  <cp:revision>7</cp:revision>
  <dcterms:created xsi:type="dcterms:W3CDTF">2025-10-22T18:28:02Z</dcterms:created>
  <dcterms:modified xsi:type="dcterms:W3CDTF">2026-02-06T16:21:50Z</dcterms:modified>
</cp:coreProperties>
</file>